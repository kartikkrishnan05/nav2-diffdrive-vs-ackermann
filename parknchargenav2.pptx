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97" r:id="rId9"/>
    <p:sldId id="288" r:id="rId10"/>
    <p:sldId id="260" r:id="rId11"/>
    <p:sldId id="261" r:id="rId12"/>
    <p:sldId id="262" r:id="rId13"/>
    <p:sldId id="263" r:id="rId14"/>
    <p:sldId id="264" r:id="rId15"/>
    <p:sldId id="266" r:id="rId16"/>
    <p:sldId id="265" r:id="rId17"/>
    <p:sldId id="267" r:id="rId18"/>
    <p:sldId id="268" r:id="rId19"/>
    <p:sldId id="274" r:id="rId20"/>
    <p:sldId id="275" r:id="rId21"/>
    <p:sldId id="276" r:id="rId22"/>
    <p:sldId id="277" r:id="rId23"/>
    <p:sldId id="270" r:id="rId24"/>
    <p:sldId id="269" r:id="rId25"/>
    <p:sldId id="271" r:id="rId26"/>
    <p:sldId id="273" r:id="rId27"/>
    <p:sldId id="278" r:id="rId28"/>
    <p:sldId id="279" r:id="rId29"/>
    <p:sldId id="282" r:id="rId30"/>
    <p:sldId id="280" r:id="rId31"/>
    <p:sldId id="298" r:id="rId32"/>
    <p:sldId id="299" r:id="rId33"/>
    <p:sldId id="300" r:id="rId34"/>
    <p:sldId id="301" r:id="rId35"/>
    <p:sldId id="303" r:id="rId36"/>
    <p:sldId id="304" r:id="rId37"/>
    <p:sldId id="281" r:id="rId38"/>
    <p:sldId id="283" r:id="rId39"/>
    <p:sldId id="284" r:id="rId40"/>
    <p:sldId id="286" r:id="rId41"/>
    <p:sldId id="30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88A"/>
    <a:srgbClr val="EA7131"/>
    <a:srgbClr val="4A69C7"/>
    <a:srgbClr val="438C27"/>
    <a:srgbClr val="3648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5"/>
    <p:restoredTop sz="94364"/>
  </p:normalViewPr>
  <p:slideViewPr>
    <p:cSldViewPr snapToGrid="0">
      <p:cViewPr>
        <p:scale>
          <a:sx n="192" d="100"/>
          <a:sy n="192" d="100"/>
        </p:scale>
        <p:origin x="1808" y="2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E22E7-E495-6142-8BD0-C9132C40BB31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273A8-3C2B-BD45-82F3-789253567F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9676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464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524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E988-7B13-B85E-A91E-F0E5AE49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38157-6884-1333-73B1-45B20C1FE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967BF-5D30-5F69-DA5F-AE6FAA7F2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1B42E-E108-CBEA-A750-A933106D4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353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0CDC-5BCB-6F8B-6512-F7047EE6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5A06F-84FA-495F-D83C-1D7E8BC67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CD7EC-F5C7-0DAF-47B0-56A172F5A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410F4-9BBF-3BCD-20E1-ACE393F2C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0587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C209-9CEB-80BA-3512-4A397163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5E62F-C9E6-DED8-C3F3-256AD5BCC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02260-B57F-3E2D-8621-8BA46F09A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14F8F-4E36-4C22-81F4-72956600D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279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6B88-4F0B-E46B-27FA-61543CEE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90D1F-B295-4E72-8598-A1731349A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1CAEB-704F-26A7-2485-6380BBAB1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DDC5F-D58D-B8A8-2442-E337F71DF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02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41CC0-8564-17F4-034C-048E5A9B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A1236-EED0-3D07-8E3B-D8F334BD2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4AED6-157D-082A-F758-93269F984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9BA2C-4D23-27DE-49FB-5F6B74729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041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0F9F-326A-42E6-08DC-4D6F0F5C9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C2C24-EFF4-C526-B792-C41BC5590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43395-986C-8C21-D588-355D8C013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FDE41-8FE1-2865-33BD-1AC62FB9A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588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9D4D-6FB3-7C31-E507-B84B3FF3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2B7F3-F126-DE8E-DB5D-903728919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429E6-7CD2-81C4-3268-0C072E0CE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1124E-0829-52C3-7BE3-A27F241EF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294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1089-54A2-0FF7-AF10-91E854EFA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50DD4-C521-573C-71B9-E44B8180F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77F29-5735-0290-82FA-BF4E7A53A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76672-08C4-8176-CA15-4787DD7B8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1421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C293-C255-C8B7-B94E-EB61B81A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6BA54-7FA9-BD24-1A05-91610D8A2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914C8-3E31-03AC-A812-98DA76D68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42068-0C4D-4444-EEC2-D2E51B1A8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7080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5FCC-9E97-C932-0EFC-1326206F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1AFEA-77A2-31F3-236F-51F61D391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F4A5A-F9AF-435C-5440-A21EE4A16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2C026-1B53-C08A-6F2F-16CD4A755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545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5C3C-5F72-7BA6-1A22-075C516E5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091A3-A3AD-CD2F-C282-269E3DB85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BA4F9-4592-60DF-C563-3ED787339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8A55-8BAA-30A6-7A90-B0D79F308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2970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CE8DF-EB20-E0C0-4D81-3A35BB7B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25F4D-5478-FF94-6991-A851C5F5C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E706E-52C7-E3C7-0DD7-2BB6C8A11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16EF5-690E-4DC0-B4F6-3D76C0E64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60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E65EC-0284-E0FF-8B65-F1DB8AEA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09593-5673-2A6D-5817-F21FECDA3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8BC62-2949-D3D0-4F89-027F9DC8C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716B4-24F0-28ED-E2FB-D4E4D7DF2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6706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1F71-5AFE-6C84-14D7-60B3A647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DC9D5-77E1-C02F-7D7F-869A756D4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68B14-738D-1C16-F9AD-F842FA025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21DF0-3E0A-DEB3-C863-19325200D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30800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421E-9C92-61CD-609E-6A2ADEE2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96A59-8CAA-A715-DF6B-9F9873783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CAACB-509F-0CE6-DF82-4F3C4C635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84D5A-7B0F-1BEC-9008-27EDCAC43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990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5185C-BF39-6EB4-6D04-4239CE16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D296D-E09F-8100-F523-AEFB80EEB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872FF-2887-467C-E674-DA726A170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4F18B-ED9E-D5D9-DF43-F89F96C6E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0008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6AC1-EF12-41D3-22F2-2722FE2A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FAFA9-4FCC-7B8D-DA63-128A1E1A4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D90A7-5A1F-67F8-CA32-A163F64DF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8E1E1-9E35-3BD2-A99C-B9441BA11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9179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E9D02-E30B-9B7E-91D3-4D458A2B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4BE51-5DDD-8DB1-D84E-7371A8485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2E84A-F24E-643C-BED0-D2A447D2E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11B3-9379-9FF5-06B7-D755BA757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709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BEC26-7E40-8096-1ED1-2A3A0EE9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393A0-8E58-F59B-AD98-C43A39D62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45ACC-B5B2-9566-889B-1BAE30B4B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8ECB9-3996-7AEF-1E82-59FEB53C5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15954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ACC9-2322-0DAB-6276-A6BE76FE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D8D79-0F33-BC73-BCB7-146ED1972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DC66-BB80-68A9-A72E-F2408DFF0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657BE-90CE-81F7-180B-0B1C6FDC9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61757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A5B1-A759-4B71-07C3-4FAAA005D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58831-DA3F-C2A4-44C9-2A7092A91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4870A-7D08-BC6D-C7FB-11DC16115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62746-753E-A0A7-F833-5A51E1C67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7742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F7C8-B0EB-601D-C22D-3CFACBCD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836F6-7370-7227-A942-4720C66C8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EBDEB-0E1E-A762-E58B-829A81AD7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85547-E1B7-4B2F-2A84-14C43B2C6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1001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B680E-230F-0479-57F5-22D59F62F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B6BBC-ACBC-4C5B-0926-7E8951C60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A73C5-B0EE-18A1-F8F5-4B5D85036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6D1F6-21DB-3DCC-D7E4-E61BD2A14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12681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D379-146D-2792-C8E9-71936422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DB83C-2873-4991-1508-16EAC8825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F2B45-944B-529A-899D-172D8EA6D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40C44-0ABD-BDDC-1C18-2843D47D4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743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D552-5DB2-3C79-F739-C64868BF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53BA2-DBFA-7E8A-0041-8DC18D402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30675-8AA3-E9E6-E042-72698AB87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F0721-E8DF-5CBE-98C4-D83782D71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8670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7271-F467-B844-6F89-94AB320B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74017-BE33-036A-E8AF-DE2B05A67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5C8DF-A662-17A4-97B1-B4C32D1E5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5C435-7059-EF15-1C7C-FB83BA681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687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D0098-33EB-AFE1-9EF2-A5D3FE5A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A4B15-81EB-9594-181A-2D78107C1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F836E-EBB7-779C-0E13-75FD875AC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4D25D-50D0-0B90-1F58-1C5D8E21B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273A8-3C2B-BD45-82F3-789253567FA2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7198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5E54-3A9D-6AF1-490A-0470593A5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FD150-C856-E416-B8A2-9361F0C4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F2DFB-B678-AC32-2DCD-1AD2F5DE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CADCE-403B-4A0F-F479-1F67B868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50728-294A-12B1-A00C-036A6A03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51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1821-1A80-9383-CE0D-0BB8AED9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81865-C389-2FDA-290F-F8CB27B8F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21A51-B3BE-1289-B667-118A8A4F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43DFF-CC7E-D65D-C76F-78266773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5EC72-46E4-4AF2-AEC8-64B22049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7611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46CE-8682-E2ED-9673-F2CBCA572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1BF4A-E56F-DA41-4011-4A74DC537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F6CED-A88C-4AD7-32AB-9871C0A2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AA298-7559-632D-3FCE-5B3D4B87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5E558-6D6F-A7D9-BC76-A33FCBE8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165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DCFC-6536-F6D5-D0A8-F8C3120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88B01-A749-0715-9F10-9C06D67F1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649E5-6460-C544-9CA8-16674D2A6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41033-DF02-1BF2-35B4-549F8254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03AC3-A1E9-8665-0D32-8B83838D9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6A771-FCAA-2232-1E90-1A572C7A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93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9F98-772A-F4C6-0B6C-D59683C3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7F85D-167B-CF68-7696-8B6E168E8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BA941-A476-84EB-A5D7-BF1D3253C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AF435-2537-C941-E587-0B4BC41EF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3EDB3-6FA6-8445-69DF-0308A5E107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03655-8569-D80D-9F38-BFD5E2132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A57BB-850C-DCFB-2942-86E17189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9DF3E-3242-CF61-44D4-13C0C8C1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268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FAEA-326A-A49B-762A-0C69F6E3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76F79-EF4A-B445-64DE-DD1F2824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1C4B-5EDC-D9C9-0E53-A2367B9E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107E-AB36-E686-4346-7106E730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827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DF9532-C00F-1622-832C-7BC80377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DE5FF-EF73-8140-0339-235DC261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2872E-3FE1-821B-13F1-26AD5E15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73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DF0F-B24C-55B9-E471-63B474CD9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3AA08-6C21-AEC3-0986-D1DE31D07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ADD20-85AA-CB3D-9098-BFA85A33B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FAC04-8A94-B75D-4C7D-174ACDA6F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83E52-EF10-E69A-EC0A-FF6AFA93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B3826-2468-0331-A880-496976FF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044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96CF-1084-3EB7-3701-1CB6013D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FD47E-4AF1-127F-C401-FEBD1AC95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DEC0A-FC3F-463E-C0C0-FEEACBFD8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57EBE-FCAE-7524-BB6A-CD89CFAD4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4174A-D030-4BDB-E47E-269CC275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86F27-1C02-8B1A-3AA7-C6C26BD5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266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B7F3-552D-E055-CA6B-CB196E44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F3549-955D-38CC-E120-E595F5EEA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1DE3D-4943-1721-1622-181102337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1B483-A411-5503-A6B9-F783F731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93B66-EA06-07D0-59E6-46E2D0EA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3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BC239-09A4-52A0-3877-643A32F57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F71E8-23BB-D560-7649-94BF40AD3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A0439-EA3F-0F68-5E4D-2C012718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0B974-8A8A-A17B-AA4B-083092D2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D3B64-480F-4F0D-2EB1-971EDC96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53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BF507-2D0E-B9BE-1295-ACCF18D5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7BCCC-AF01-BC7B-4CEF-A8D3ACA7D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9F03A-B2A1-6583-6044-472E09501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32A93-9F88-F443-9846-277E54C7FB2B}" type="datetimeFigureOut">
              <a:rPr lang="de-DE" smtClean="0"/>
              <a:t>10.06.25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6D7E1-B4D0-10FB-067B-58EEC7139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9737C-C050-83A4-20D7-78B7BB7D1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77932-F3B4-544D-865B-FB5957DD94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361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7BCA7F-7857-1C9F-DE87-270690308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solidFill>
                  <a:srgbClr val="36488A"/>
                </a:solidFill>
              </a:rPr>
              <a:t>Kartik Krishnan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F4969F1-55B4-F9B6-1320-4599AB1F7967}"/>
              </a:ext>
            </a:extLst>
          </p:cNvPr>
          <p:cNvSpPr txBox="1">
            <a:spLocks/>
          </p:cNvSpPr>
          <p:nvPr/>
        </p:nvSpPr>
        <p:spPr>
          <a:xfrm>
            <a:off x="1728354" y="2441864"/>
            <a:ext cx="8735291" cy="9871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5400" b="1" dirty="0">
                <a:solidFill>
                  <a:srgbClr val="36488A"/>
                </a:solidFill>
              </a:rPr>
              <a:t>PATHPLANNING WITH NAV2</a:t>
            </a:r>
          </a:p>
        </p:txBody>
      </p:sp>
    </p:spTree>
    <p:extLst>
      <p:ext uri="{BB962C8B-B14F-4D97-AF65-F5344CB8AC3E}">
        <p14:creationId xmlns:p14="http://schemas.microsoft.com/office/powerpoint/2010/main" val="1489933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7517-ADA6-D1BF-84AB-1AC44207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FA18E19-500F-CE78-C68A-5206E831163C}"/>
              </a:ext>
            </a:extLst>
          </p:cNvPr>
          <p:cNvSpPr/>
          <p:nvPr/>
        </p:nvSpPr>
        <p:spPr>
          <a:xfrm>
            <a:off x="-4961440" y="2020958"/>
            <a:ext cx="1041421" cy="13152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EC5F13-5D06-E260-A228-6B71DA97C9EC}"/>
              </a:ext>
            </a:extLst>
          </p:cNvPr>
          <p:cNvSpPr txBox="1">
            <a:spLocks/>
          </p:cNvSpPr>
          <p:nvPr/>
        </p:nvSpPr>
        <p:spPr>
          <a:xfrm>
            <a:off x="901148" y="10163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Project </a:t>
            </a:r>
            <a:r>
              <a:rPr lang="de-DE" dirty="0" err="1">
                <a:solidFill>
                  <a:srgbClr val="36488A"/>
                </a:solidFill>
              </a:rPr>
              <a:t>Overview</a:t>
            </a:r>
            <a:endParaRPr lang="de-DE" dirty="0">
              <a:solidFill>
                <a:srgbClr val="36488A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002D36-B397-D564-99A2-EEB9C928E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416" y="2598928"/>
            <a:ext cx="1326896" cy="13268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AA3394-3FD3-9249-E0E1-AA7921B48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480" y="2598928"/>
            <a:ext cx="1326896" cy="1326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6B940F-D232-6BAE-0F1B-0A7CB2CD2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544" y="2598928"/>
            <a:ext cx="1326896" cy="13268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A35E13-7B01-F080-49CB-92E7C3109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608" y="2598928"/>
            <a:ext cx="1326896" cy="13268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AA3702-46DC-A8D8-7137-1ADB84E97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672" y="2598928"/>
            <a:ext cx="1326896" cy="132689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A04CD35-23CE-EE5E-C595-ADA71B45A4B5}"/>
              </a:ext>
            </a:extLst>
          </p:cNvPr>
          <p:cNvSpPr txBox="1"/>
          <p:nvPr/>
        </p:nvSpPr>
        <p:spPr>
          <a:xfrm>
            <a:off x="1397488" y="3925824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launch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C35A1C-A072-3D17-DD41-134C36C5DEF7}"/>
              </a:ext>
            </a:extLst>
          </p:cNvPr>
          <p:cNvSpPr txBox="1"/>
          <p:nvPr/>
        </p:nvSpPr>
        <p:spPr>
          <a:xfrm>
            <a:off x="3495268" y="3925824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maps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B76E8F-7A8C-71D1-9B99-75D62C4908E1}"/>
              </a:ext>
            </a:extLst>
          </p:cNvPr>
          <p:cNvSpPr txBox="1"/>
          <p:nvPr/>
        </p:nvSpPr>
        <p:spPr>
          <a:xfrm>
            <a:off x="5439159" y="3925824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49207C-39CF-FE61-821B-EA7B9C192979}"/>
              </a:ext>
            </a:extLst>
          </p:cNvPr>
          <p:cNvSpPr txBox="1"/>
          <p:nvPr/>
        </p:nvSpPr>
        <p:spPr>
          <a:xfrm>
            <a:off x="7475223" y="3925824"/>
            <a:ext cx="94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params</a:t>
            </a:r>
            <a:endParaRPr lang="de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F30C21-A45F-F517-B81E-79DF4548B93F}"/>
              </a:ext>
            </a:extLst>
          </p:cNvPr>
          <p:cNvSpPr txBox="1"/>
          <p:nvPr/>
        </p:nvSpPr>
        <p:spPr>
          <a:xfrm>
            <a:off x="9714740" y="3925824"/>
            <a:ext cx="52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rviz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6864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5E0BD-C3AF-B649-AF68-126CA198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CE5E761-7100-0A90-0CDC-018340026622}"/>
              </a:ext>
            </a:extLst>
          </p:cNvPr>
          <p:cNvSpPr/>
          <p:nvPr/>
        </p:nvSpPr>
        <p:spPr>
          <a:xfrm>
            <a:off x="1056606" y="2020958"/>
            <a:ext cx="1041421" cy="13152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35210D-0E4C-0542-820E-0A0E06D60F0C}"/>
              </a:ext>
            </a:extLst>
          </p:cNvPr>
          <p:cNvSpPr txBox="1">
            <a:spLocks/>
          </p:cNvSpPr>
          <p:nvPr/>
        </p:nvSpPr>
        <p:spPr>
          <a:xfrm>
            <a:off x="901148" y="10163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Project </a:t>
            </a:r>
            <a:r>
              <a:rPr lang="de-DE" dirty="0" err="1">
                <a:solidFill>
                  <a:srgbClr val="36488A"/>
                </a:solidFill>
              </a:rPr>
              <a:t>Overview</a:t>
            </a:r>
            <a:endParaRPr lang="de-DE" dirty="0">
              <a:solidFill>
                <a:srgbClr val="36488A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8F1BD8-F72B-B757-219D-01355E7B5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35" y="2113736"/>
            <a:ext cx="732101" cy="732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263E8A-1329-2B0A-0EBB-9621F673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99" y="2113736"/>
            <a:ext cx="732101" cy="732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44BF386-8A1C-29DF-EF4C-D76F8BF17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763" y="2113736"/>
            <a:ext cx="732101" cy="732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1674A7-F3B8-6EE1-512C-26B0C51FA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827" y="2113736"/>
            <a:ext cx="732101" cy="7321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748AE5-48FD-CA43-8AFF-67D12A32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91" y="2113736"/>
            <a:ext cx="732101" cy="7321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45B2BFC-D2AE-38B1-033B-82D99F03A13B}"/>
              </a:ext>
            </a:extLst>
          </p:cNvPr>
          <p:cNvSpPr txBox="1"/>
          <p:nvPr/>
        </p:nvSpPr>
        <p:spPr>
          <a:xfrm>
            <a:off x="1141942" y="2938615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launch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A2D2C2-EEDF-3BFB-1620-5768442205B8}"/>
              </a:ext>
            </a:extLst>
          </p:cNvPr>
          <p:cNvSpPr txBox="1"/>
          <p:nvPr/>
        </p:nvSpPr>
        <p:spPr>
          <a:xfrm>
            <a:off x="3239722" y="2938615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maps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46DD7-C0FE-1370-F3B3-393CD618A2D0}"/>
              </a:ext>
            </a:extLst>
          </p:cNvPr>
          <p:cNvSpPr txBox="1"/>
          <p:nvPr/>
        </p:nvSpPr>
        <p:spPr>
          <a:xfrm>
            <a:off x="5183613" y="293861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F4413F-392A-D627-954C-5AD2472F4A94}"/>
              </a:ext>
            </a:extLst>
          </p:cNvPr>
          <p:cNvSpPr txBox="1"/>
          <p:nvPr/>
        </p:nvSpPr>
        <p:spPr>
          <a:xfrm>
            <a:off x="7219677" y="2938615"/>
            <a:ext cx="94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params</a:t>
            </a:r>
            <a:endParaRPr lang="de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5801A4-A151-AC99-92B7-3B7954FA4635}"/>
              </a:ext>
            </a:extLst>
          </p:cNvPr>
          <p:cNvSpPr txBox="1"/>
          <p:nvPr/>
        </p:nvSpPr>
        <p:spPr>
          <a:xfrm>
            <a:off x="9459194" y="2938615"/>
            <a:ext cx="52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rviz</a:t>
            </a:r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FAC9A3-CF8B-548D-04AC-C8748118A1FA}"/>
              </a:ext>
            </a:extLst>
          </p:cNvPr>
          <p:cNvSpPr txBox="1"/>
          <p:nvPr/>
        </p:nvSpPr>
        <p:spPr>
          <a:xfrm>
            <a:off x="2893691" y="4789592"/>
            <a:ext cx="2289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simulation.launch.py</a:t>
            </a:r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B0DE6-5DD0-A0DD-63DB-1871F6EE0CF4}"/>
              </a:ext>
            </a:extLst>
          </p:cNvPr>
          <p:cNvSpPr txBox="1"/>
          <p:nvPr/>
        </p:nvSpPr>
        <p:spPr>
          <a:xfrm>
            <a:off x="7119016" y="4012164"/>
            <a:ext cx="2380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navigation2.launch.py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4A984-CD0C-B5B9-7B97-FB90812210F4}"/>
              </a:ext>
            </a:extLst>
          </p:cNvPr>
          <p:cNvSpPr txBox="1"/>
          <p:nvPr/>
        </p:nvSpPr>
        <p:spPr>
          <a:xfrm>
            <a:off x="7119016" y="5567020"/>
            <a:ext cx="2668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ros_ign_bridge.launch.py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0BDD2-6647-D0D7-3040-9059C8C07776}"/>
              </a:ext>
            </a:extLst>
          </p:cNvPr>
          <p:cNvSpPr txBox="1"/>
          <p:nvPr/>
        </p:nvSpPr>
        <p:spPr>
          <a:xfrm>
            <a:off x="7119016" y="4789592"/>
            <a:ext cx="340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robot_state_publisher.launch.py</a:t>
            </a:r>
            <a:endParaRPr lang="de-DE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83469D-3517-9F42-D014-B29BBA5F4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478" y="4539736"/>
            <a:ext cx="869043" cy="86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44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FC08-B37A-AD31-2559-F1715FD9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2BDAC4C-BEDA-C1AB-CC12-0C7C8E8D66F3}"/>
              </a:ext>
            </a:extLst>
          </p:cNvPr>
          <p:cNvSpPr/>
          <p:nvPr/>
        </p:nvSpPr>
        <p:spPr>
          <a:xfrm>
            <a:off x="3066038" y="2018209"/>
            <a:ext cx="1041421" cy="13152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BA4398-ECC9-773C-CF04-94768799508C}"/>
              </a:ext>
            </a:extLst>
          </p:cNvPr>
          <p:cNvSpPr txBox="1">
            <a:spLocks/>
          </p:cNvSpPr>
          <p:nvPr/>
        </p:nvSpPr>
        <p:spPr>
          <a:xfrm>
            <a:off x="901148" y="10163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Project </a:t>
            </a:r>
            <a:r>
              <a:rPr lang="de-DE" dirty="0" err="1">
                <a:solidFill>
                  <a:srgbClr val="36488A"/>
                </a:solidFill>
              </a:rPr>
              <a:t>Overview</a:t>
            </a:r>
            <a:endParaRPr lang="de-DE" dirty="0">
              <a:solidFill>
                <a:srgbClr val="36488A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DDD40A-383C-8651-A489-4F9480CC4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35" y="2113736"/>
            <a:ext cx="732101" cy="732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DF16A1-D2F0-BBC2-B0DE-ED9CDD3DE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99" y="2113736"/>
            <a:ext cx="732101" cy="732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C41601-8831-2206-3C6F-C51004378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763" y="2113736"/>
            <a:ext cx="732101" cy="732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0BD98D-2EE6-3BFC-5E95-ED0274EC4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827" y="2113736"/>
            <a:ext cx="732101" cy="7321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672A8E-79A6-0575-94E4-76017594C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91" y="2113736"/>
            <a:ext cx="732101" cy="7321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9B47E9-763E-C2B3-A075-CCD902BE677A}"/>
              </a:ext>
            </a:extLst>
          </p:cNvPr>
          <p:cNvSpPr txBox="1"/>
          <p:nvPr/>
        </p:nvSpPr>
        <p:spPr>
          <a:xfrm>
            <a:off x="1141942" y="2938615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launch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A3F19-DF5B-F76B-5D05-50B343E3ADA6}"/>
              </a:ext>
            </a:extLst>
          </p:cNvPr>
          <p:cNvSpPr txBox="1"/>
          <p:nvPr/>
        </p:nvSpPr>
        <p:spPr>
          <a:xfrm>
            <a:off x="3239722" y="2938615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maps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C5E5D2-7733-2EAF-B694-8C0FDA8832C5}"/>
              </a:ext>
            </a:extLst>
          </p:cNvPr>
          <p:cNvSpPr txBox="1"/>
          <p:nvPr/>
        </p:nvSpPr>
        <p:spPr>
          <a:xfrm>
            <a:off x="5183613" y="293861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C76E6A-32F2-F02D-C5A0-D9A40137146A}"/>
              </a:ext>
            </a:extLst>
          </p:cNvPr>
          <p:cNvSpPr txBox="1"/>
          <p:nvPr/>
        </p:nvSpPr>
        <p:spPr>
          <a:xfrm>
            <a:off x="7219677" y="2938615"/>
            <a:ext cx="94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params</a:t>
            </a:r>
            <a:endParaRPr lang="de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C5F83A-4624-F584-91BD-A9AA3A982F80}"/>
              </a:ext>
            </a:extLst>
          </p:cNvPr>
          <p:cNvSpPr txBox="1"/>
          <p:nvPr/>
        </p:nvSpPr>
        <p:spPr>
          <a:xfrm>
            <a:off x="9459194" y="2938615"/>
            <a:ext cx="52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rviz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9D8422-8F5C-65DC-E7F5-2DE124ACD414}"/>
              </a:ext>
            </a:extLst>
          </p:cNvPr>
          <p:cNvSpPr txBox="1"/>
          <p:nvPr/>
        </p:nvSpPr>
        <p:spPr>
          <a:xfrm>
            <a:off x="3285246" y="4337375"/>
            <a:ext cx="2008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empty_world.yaml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B2BC1-7A5B-4603-DC7A-4F4C4A852EC9}"/>
              </a:ext>
            </a:extLst>
          </p:cNvPr>
          <p:cNvSpPr txBox="1"/>
          <p:nvPr/>
        </p:nvSpPr>
        <p:spPr>
          <a:xfrm>
            <a:off x="2921365" y="5070122"/>
            <a:ext cx="2372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turtlebot3_world.yaml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D03D3A-84FD-65C0-DF18-DEFA2FAB43A6}"/>
              </a:ext>
            </a:extLst>
          </p:cNvPr>
          <p:cNvSpPr txBox="1"/>
          <p:nvPr/>
        </p:nvSpPr>
        <p:spPr>
          <a:xfrm>
            <a:off x="6857784" y="4335336"/>
            <a:ext cx="1980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empty_world.pgm</a:t>
            </a:r>
            <a:endParaRPr lang="de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55D857-DECB-A8CF-3ADA-41C4F414D544}"/>
              </a:ext>
            </a:extLst>
          </p:cNvPr>
          <p:cNvSpPr txBox="1"/>
          <p:nvPr/>
        </p:nvSpPr>
        <p:spPr>
          <a:xfrm>
            <a:off x="6862177" y="5070122"/>
            <a:ext cx="2344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turtlebot3_world.pgm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791EC9E-7401-3666-DD0A-F3C7D1C1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186" y="4520002"/>
            <a:ext cx="732101" cy="73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59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7706-0870-6237-8CE4-09C716BD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9D71C5-B4FF-377C-6FD7-C51006026B3A}"/>
              </a:ext>
            </a:extLst>
          </p:cNvPr>
          <p:cNvSpPr/>
          <p:nvPr/>
        </p:nvSpPr>
        <p:spPr>
          <a:xfrm>
            <a:off x="5105346" y="2018209"/>
            <a:ext cx="1041421" cy="13152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A471F3-ACE1-E8BB-FBAD-D5B88BDC56B1}"/>
              </a:ext>
            </a:extLst>
          </p:cNvPr>
          <p:cNvSpPr txBox="1">
            <a:spLocks/>
          </p:cNvSpPr>
          <p:nvPr/>
        </p:nvSpPr>
        <p:spPr>
          <a:xfrm>
            <a:off x="901148" y="10163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Project </a:t>
            </a:r>
            <a:r>
              <a:rPr lang="de-DE" dirty="0" err="1">
                <a:solidFill>
                  <a:srgbClr val="36488A"/>
                </a:solidFill>
              </a:rPr>
              <a:t>Overview</a:t>
            </a:r>
            <a:endParaRPr lang="de-DE" dirty="0">
              <a:solidFill>
                <a:srgbClr val="36488A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31990A-240B-38AE-DB97-20C1A824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35" y="2113736"/>
            <a:ext cx="732101" cy="732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AB8D06-D904-D0A2-0A4F-8686C0505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99" y="2113736"/>
            <a:ext cx="732101" cy="732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A8D8B9-97D3-B0AE-E3BA-690E06DA2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763" y="2113736"/>
            <a:ext cx="732101" cy="732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027B43-DF2F-7AD4-F9E3-59E8F77B2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827" y="2113736"/>
            <a:ext cx="732101" cy="7321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E2CC96E-5E32-EBA5-6D0B-E9CD11828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91" y="2113736"/>
            <a:ext cx="732101" cy="7321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920A1AB-B52A-B912-D362-CCFE146C7900}"/>
              </a:ext>
            </a:extLst>
          </p:cNvPr>
          <p:cNvSpPr txBox="1"/>
          <p:nvPr/>
        </p:nvSpPr>
        <p:spPr>
          <a:xfrm>
            <a:off x="1141942" y="2938615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launch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F926A7-9E01-FC4B-5D0D-3964A4FFBBE2}"/>
              </a:ext>
            </a:extLst>
          </p:cNvPr>
          <p:cNvSpPr txBox="1"/>
          <p:nvPr/>
        </p:nvSpPr>
        <p:spPr>
          <a:xfrm>
            <a:off x="3239722" y="2938615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maps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458720-79C6-13A0-AC25-8147320F745D}"/>
              </a:ext>
            </a:extLst>
          </p:cNvPr>
          <p:cNvSpPr txBox="1"/>
          <p:nvPr/>
        </p:nvSpPr>
        <p:spPr>
          <a:xfrm>
            <a:off x="5183613" y="293861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888AF-0812-2350-4416-8864AEFBB1EF}"/>
              </a:ext>
            </a:extLst>
          </p:cNvPr>
          <p:cNvSpPr txBox="1"/>
          <p:nvPr/>
        </p:nvSpPr>
        <p:spPr>
          <a:xfrm>
            <a:off x="7219677" y="2938615"/>
            <a:ext cx="94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params</a:t>
            </a:r>
            <a:endParaRPr lang="de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CD3FC7-CDF5-2871-5EC6-1A07127B9E53}"/>
              </a:ext>
            </a:extLst>
          </p:cNvPr>
          <p:cNvSpPr txBox="1"/>
          <p:nvPr/>
        </p:nvSpPr>
        <p:spPr>
          <a:xfrm>
            <a:off x="9459194" y="2938615"/>
            <a:ext cx="52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rviz</a:t>
            </a: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B447F-6562-971A-3ECD-AAC5DA7FD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164" y="4304498"/>
            <a:ext cx="354823" cy="354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17CC2-43C5-0D46-A52E-5EB49D27C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729" y="5229409"/>
            <a:ext cx="354823" cy="3548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852A11-AF59-6B58-B305-1992C58263E6}"/>
              </a:ext>
            </a:extLst>
          </p:cNvPr>
          <p:cNvSpPr txBox="1"/>
          <p:nvPr/>
        </p:nvSpPr>
        <p:spPr>
          <a:xfrm>
            <a:off x="3468904" y="4297244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turtlebot3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8E3BB-7D95-E27D-4AB6-45DDFC3E2433}"/>
              </a:ext>
            </a:extLst>
          </p:cNvPr>
          <p:cNvSpPr txBox="1"/>
          <p:nvPr/>
        </p:nvSpPr>
        <p:spPr>
          <a:xfrm>
            <a:off x="3471469" y="5222155"/>
            <a:ext cx="8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worlds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615B79-021D-6B32-6A0D-4EDAA43860D3}"/>
              </a:ext>
            </a:extLst>
          </p:cNvPr>
          <p:cNvSpPr txBox="1"/>
          <p:nvPr/>
        </p:nvSpPr>
        <p:spPr>
          <a:xfrm>
            <a:off x="5088581" y="5037488"/>
            <a:ext cx="119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model.sdf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FAF06-BFFE-7E56-9CC1-E574DD2D09D6}"/>
              </a:ext>
            </a:extLst>
          </p:cNvPr>
          <p:cNvSpPr txBox="1"/>
          <p:nvPr/>
        </p:nvSpPr>
        <p:spPr>
          <a:xfrm>
            <a:off x="5088581" y="5506976"/>
            <a:ext cx="1621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world_only.sdf</a:t>
            </a:r>
            <a:endParaRPr lang="de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0950FE-9861-0B3F-CB03-B2CEB25348AA}"/>
              </a:ext>
            </a:extLst>
          </p:cNvPr>
          <p:cNvSpPr txBox="1"/>
          <p:nvPr/>
        </p:nvSpPr>
        <p:spPr>
          <a:xfrm>
            <a:off x="5088581" y="4297243"/>
            <a:ext cx="119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model.sdf</a:t>
            </a:r>
            <a:endParaRPr lang="de-DE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693C1F9-37A6-8D82-BABF-A6B0807CB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364" y="3626895"/>
            <a:ext cx="1210148" cy="121014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61E994D-132C-3760-4B75-5085CA16F7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2" t="42850" r="63316" b="12852"/>
          <a:stretch>
            <a:fillRect/>
          </a:stretch>
        </p:blipFill>
        <p:spPr bwMode="auto">
          <a:xfrm>
            <a:off x="8586135" y="4536006"/>
            <a:ext cx="2144174" cy="1941939"/>
          </a:xfrm>
          <a:prstGeom prst="roundRect">
            <a:avLst>
              <a:gd name="adj" fmla="val 782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67B7BD4-59A4-85E1-2617-3BDE6AFEF463}"/>
              </a:ext>
            </a:extLst>
          </p:cNvPr>
          <p:cNvSpPr txBox="1"/>
          <p:nvPr/>
        </p:nvSpPr>
        <p:spPr>
          <a:xfrm>
            <a:off x="6281600" y="6062555"/>
            <a:ext cx="1606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</a:t>
            </a:r>
            <a:r>
              <a:rPr lang="de-DE" dirty="0" err="1"/>
              <a:t>empty</a:t>
            </a:r>
            <a:r>
              <a:rPr lang="de-DE" dirty="0"/>
              <a:t> plane“</a:t>
            </a:r>
          </a:p>
        </p:txBody>
      </p:sp>
    </p:spTree>
    <p:extLst>
      <p:ext uri="{BB962C8B-B14F-4D97-AF65-F5344CB8AC3E}">
        <p14:creationId xmlns:p14="http://schemas.microsoft.com/office/powerpoint/2010/main" val="1057646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A623-2C9D-A1B8-B562-277BB4ED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FDCE1EC-18AB-A95C-E35C-2A4104ACA76B}"/>
              </a:ext>
            </a:extLst>
          </p:cNvPr>
          <p:cNvSpPr/>
          <p:nvPr/>
        </p:nvSpPr>
        <p:spPr>
          <a:xfrm>
            <a:off x="7137657" y="2025392"/>
            <a:ext cx="1041421" cy="13152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450543-AE35-BC5B-DAC5-B7450E9FBE77}"/>
              </a:ext>
            </a:extLst>
          </p:cNvPr>
          <p:cNvSpPr txBox="1">
            <a:spLocks/>
          </p:cNvSpPr>
          <p:nvPr/>
        </p:nvSpPr>
        <p:spPr>
          <a:xfrm>
            <a:off x="901148" y="10163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Project </a:t>
            </a:r>
            <a:r>
              <a:rPr lang="de-DE" dirty="0" err="1">
                <a:solidFill>
                  <a:srgbClr val="36488A"/>
                </a:solidFill>
              </a:rPr>
              <a:t>Overview</a:t>
            </a:r>
            <a:endParaRPr lang="de-DE" dirty="0">
              <a:solidFill>
                <a:srgbClr val="36488A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2BEB60-B1B8-87C4-32DC-253421402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35" y="2113736"/>
            <a:ext cx="732101" cy="732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372D3A-983E-FD2A-5C65-8F9A4CAFB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99" y="2113736"/>
            <a:ext cx="732101" cy="732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094557-C0F7-A9A5-6EDC-ACAD14F68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763" y="2113736"/>
            <a:ext cx="732101" cy="732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D19D34-5E41-B30A-94CF-5FD0E75FB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827" y="2113736"/>
            <a:ext cx="732101" cy="7321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67FBB1-B77B-F57D-757F-0F5791758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91" y="2113736"/>
            <a:ext cx="732101" cy="7321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2E3236-25EB-D93E-8E95-92C464A83369}"/>
              </a:ext>
            </a:extLst>
          </p:cNvPr>
          <p:cNvSpPr txBox="1"/>
          <p:nvPr/>
        </p:nvSpPr>
        <p:spPr>
          <a:xfrm>
            <a:off x="1141942" y="2938615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launch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49CF91-C164-D3B9-1645-5B0ABBD8ECC8}"/>
              </a:ext>
            </a:extLst>
          </p:cNvPr>
          <p:cNvSpPr txBox="1"/>
          <p:nvPr/>
        </p:nvSpPr>
        <p:spPr>
          <a:xfrm>
            <a:off x="3239722" y="2938615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maps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A75DE9-1BB0-9886-1D89-FB41A56D3B3B}"/>
              </a:ext>
            </a:extLst>
          </p:cNvPr>
          <p:cNvSpPr txBox="1"/>
          <p:nvPr/>
        </p:nvSpPr>
        <p:spPr>
          <a:xfrm>
            <a:off x="5183613" y="293861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73DB3D-AAC0-E395-8275-54F5DEC9ADF0}"/>
              </a:ext>
            </a:extLst>
          </p:cNvPr>
          <p:cNvSpPr txBox="1"/>
          <p:nvPr/>
        </p:nvSpPr>
        <p:spPr>
          <a:xfrm>
            <a:off x="7219677" y="2938615"/>
            <a:ext cx="94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params</a:t>
            </a:r>
            <a:endParaRPr lang="de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835F5C-6ED5-2870-2CC0-10D303115595}"/>
              </a:ext>
            </a:extLst>
          </p:cNvPr>
          <p:cNvSpPr txBox="1"/>
          <p:nvPr/>
        </p:nvSpPr>
        <p:spPr>
          <a:xfrm>
            <a:off x="9459194" y="2938615"/>
            <a:ext cx="52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rviz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4CA57-57F6-C2F7-214B-7BE47F1D4AF5}"/>
              </a:ext>
            </a:extLst>
          </p:cNvPr>
          <p:cNvSpPr txBox="1"/>
          <p:nvPr/>
        </p:nvSpPr>
        <p:spPr>
          <a:xfrm>
            <a:off x="6339608" y="3740043"/>
            <a:ext cx="203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accerPlanner.yaml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4ED2B-5304-DEE1-D9DC-D13C2E51095F}"/>
              </a:ext>
            </a:extLst>
          </p:cNvPr>
          <p:cNvSpPr txBox="1"/>
          <p:nvPr/>
        </p:nvSpPr>
        <p:spPr>
          <a:xfrm>
            <a:off x="3195669" y="3740043"/>
            <a:ext cx="151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diffdrive.yaml</a:t>
            </a:r>
            <a:endParaRPr lang="de-DE" dirty="0"/>
          </a:p>
        </p:txBody>
      </p:sp>
      <p:pic>
        <p:nvPicPr>
          <p:cNvPr id="14" name="Picture 13" descr="A drawing of a bug&#10;&#10;AI-generated content may be incorrect.">
            <a:extLst>
              <a:ext uri="{FF2B5EF4-FFF2-40B4-BE49-F238E27FC236}">
                <a16:creationId xmlns:a16="http://schemas.microsoft.com/office/drawing/2014/main" id="{B241A21C-30EE-13D5-4AAA-8E8FA355C1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0" t="1313" r="1487" b="2627"/>
          <a:stretch>
            <a:fillRect/>
          </a:stretch>
        </p:blipFill>
        <p:spPr>
          <a:xfrm>
            <a:off x="6115277" y="4221170"/>
            <a:ext cx="2480823" cy="2457282"/>
          </a:xfrm>
          <a:prstGeom prst="rect">
            <a:avLst/>
          </a:prstGeom>
        </p:spPr>
      </p:pic>
      <p:pic>
        <p:nvPicPr>
          <p:cNvPr id="21" name="Picture 20" descr="A white grid with a red line&#10;&#10;AI-generated content may be incorrect.">
            <a:extLst>
              <a:ext uri="{FF2B5EF4-FFF2-40B4-BE49-F238E27FC236}">
                <a16:creationId xmlns:a16="http://schemas.microsoft.com/office/drawing/2014/main" id="{FF5E4DB9-14B1-8380-8229-DD4DF432C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91"/>
          <a:stretch>
            <a:fillRect/>
          </a:stretch>
        </p:blipFill>
        <p:spPr>
          <a:xfrm>
            <a:off x="2718913" y="4202153"/>
            <a:ext cx="2537850" cy="25183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CC55D40-1133-FB3C-09B7-AB2503EF5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708388">
            <a:off x="1149664" y="4621226"/>
            <a:ext cx="583071" cy="5830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82E535D-F1BE-715D-A986-19D80F8069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635" y="5328525"/>
            <a:ext cx="513129" cy="51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2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A376-58D3-971E-1CF3-3425B69C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ADDA6D-415C-9F25-5E63-A8D7E986316C}"/>
              </a:ext>
            </a:extLst>
          </p:cNvPr>
          <p:cNvSpPr/>
          <p:nvPr/>
        </p:nvSpPr>
        <p:spPr>
          <a:xfrm>
            <a:off x="7137657" y="2025392"/>
            <a:ext cx="1041421" cy="13152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26FAD2-7225-5286-FC85-F09C6B193BE4}"/>
              </a:ext>
            </a:extLst>
          </p:cNvPr>
          <p:cNvSpPr txBox="1">
            <a:spLocks/>
          </p:cNvSpPr>
          <p:nvPr/>
        </p:nvSpPr>
        <p:spPr>
          <a:xfrm>
            <a:off x="901148" y="10163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Project </a:t>
            </a:r>
            <a:r>
              <a:rPr lang="de-DE" dirty="0" err="1">
                <a:solidFill>
                  <a:srgbClr val="36488A"/>
                </a:solidFill>
              </a:rPr>
              <a:t>Overview</a:t>
            </a:r>
            <a:endParaRPr lang="de-DE" dirty="0">
              <a:solidFill>
                <a:srgbClr val="36488A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77FC5E-AF26-1720-623F-5076A7C91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35" y="2113736"/>
            <a:ext cx="732101" cy="732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E8768AA-2CD8-466B-CD9E-24BB93364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99" y="2113736"/>
            <a:ext cx="732101" cy="732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837CEE-1FEC-C9E4-11DD-CBB9CB1DF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763" y="2113736"/>
            <a:ext cx="732101" cy="732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811A52-544E-1B27-D20A-B7797A2D6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827" y="2113736"/>
            <a:ext cx="732101" cy="7321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BE6DB8-5A31-BD66-B437-12F5EF6C7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91" y="2113736"/>
            <a:ext cx="732101" cy="7321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316C72A-8134-4DB2-9C9D-77689E1199F0}"/>
              </a:ext>
            </a:extLst>
          </p:cNvPr>
          <p:cNvSpPr txBox="1"/>
          <p:nvPr/>
        </p:nvSpPr>
        <p:spPr>
          <a:xfrm>
            <a:off x="1141942" y="2938615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launch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A976A2-5203-CF6A-E62E-7FD2C6321B2B}"/>
              </a:ext>
            </a:extLst>
          </p:cNvPr>
          <p:cNvSpPr txBox="1"/>
          <p:nvPr/>
        </p:nvSpPr>
        <p:spPr>
          <a:xfrm>
            <a:off x="3239722" y="2938615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maps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A27559-002A-E4DB-2CC5-EB37CA7FA70E}"/>
              </a:ext>
            </a:extLst>
          </p:cNvPr>
          <p:cNvSpPr txBox="1"/>
          <p:nvPr/>
        </p:nvSpPr>
        <p:spPr>
          <a:xfrm>
            <a:off x="5183613" y="293861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48BE80-2493-B480-9361-7E5D4A0116F8}"/>
              </a:ext>
            </a:extLst>
          </p:cNvPr>
          <p:cNvSpPr txBox="1"/>
          <p:nvPr/>
        </p:nvSpPr>
        <p:spPr>
          <a:xfrm>
            <a:off x="7219677" y="2938615"/>
            <a:ext cx="94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params</a:t>
            </a:r>
            <a:endParaRPr lang="de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56E27A-2A57-E719-71C7-410B07A00A9C}"/>
              </a:ext>
            </a:extLst>
          </p:cNvPr>
          <p:cNvSpPr txBox="1"/>
          <p:nvPr/>
        </p:nvSpPr>
        <p:spPr>
          <a:xfrm>
            <a:off x="9459194" y="2938615"/>
            <a:ext cx="52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rviz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944974-C934-EA09-2F04-B15CC6C99051}"/>
              </a:ext>
            </a:extLst>
          </p:cNvPr>
          <p:cNvSpPr txBox="1"/>
          <p:nvPr/>
        </p:nvSpPr>
        <p:spPr>
          <a:xfrm>
            <a:off x="6339608" y="3740043"/>
            <a:ext cx="203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accerPlanner.yaml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7105FC-2CB2-EA34-A4FE-459057F28AF2}"/>
              </a:ext>
            </a:extLst>
          </p:cNvPr>
          <p:cNvSpPr txBox="1"/>
          <p:nvPr/>
        </p:nvSpPr>
        <p:spPr>
          <a:xfrm>
            <a:off x="3195669" y="3740043"/>
            <a:ext cx="151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diffdrive.yaml</a:t>
            </a:r>
            <a:endParaRPr lang="de-DE" dirty="0"/>
          </a:p>
        </p:txBody>
      </p:sp>
      <p:pic>
        <p:nvPicPr>
          <p:cNvPr id="2" name="Picture 1" descr="A blue and pink circular object with red dots&#10;&#10;AI-generated content may be incorrect.">
            <a:extLst>
              <a:ext uri="{FF2B5EF4-FFF2-40B4-BE49-F238E27FC236}">
                <a16:creationId xmlns:a16="http://schemas.microsoft.com/office/drawing/2014/main" id="{DDA1A2F1-9A77-7B8A-FCB9-697AFCF96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416" y="4200346"/>
            <a:ext cx="2480822" cy="2464365"/>
          </a:xfrm>
          <a:prstGeom prst="rect">
            <a:avLst/>
          </a:prstGeom>
        </p:spPr>
      </p:pic>
      <p:pic>
        <p:nvPicPr>
          <p:cNvPr id="4" name="Picture 3" descr="A blue and pink circular design&#10;&#10;AI-generated content may be incorrect.">
            <a:extLst>
              <a:ext uri="{FF2B5EF4-FFF2-40B4-BE49-F238E27FC236}">
                <a16:creationId xmlns:a16="http://schemas.microsoft.com/office/drawing/2014/main" id="{7AD311A6-02B7-FE0C-1AAC-97FAE4B5C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630" y="4202153"/>
            <a:ext cx="2480823" cy="24607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FC715-9C2A-255E-9EB0-28BBFF697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708388">
            <a:off x="1149664" y="4621226"/>
            <a:ext cx="583071" cy="583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A0446E-6532-C30F-51E3-BF8F42077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635" y="5328525"/>
            <a:ext cx="513129" cy="51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03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86C03-8A25-1485-A787-7A6CC2CB2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CFACE51-BCEE-79E5-62EA-5B2054BEF528}"/>
              </a:ext>
            </a:extLst>
          </p:cNvPr>
          <p:cNvSpPr/>
          <p:nvPr/>
        </p:nvSpPr>
        <p:spPr>
          <a:xfrm>
            <a:off x="9174230" y="2020958"/>
            <a:ext cx="1041421" cy="13152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0D2ABD-F673-E217-34A5-864C7EC342AA}"/>
              </a:ext>
            </a:extLst>
          </p:cNvPr>
          <p:cNvSpPr txBox="1">
            <a:spLocks/>
          </p:cNvSpPr>
          <p:nvPr/>
        </p:nvSpPr>
        <p:spPr>
          <a:xfrm>
            <a:off x="901148" y="10163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Project </a:t>
            </a:r>
            <a:r>
              <a:rPr lang="de-DE" dirty="0" err="1">
                <a:solidFill>
                  <a:srgbClr val="36488A"/>
                </a:solidFill>
              </a:rPr>
              <a:t>Overview</a:t>
            </a:r>
            <a:endParaRPr lang="de-DE" dirty="0">
              <a:solidFill>
                <a:srgbClr val="36488A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365-9B64-800F-5242-87FB88706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35" y="2113736"/>
            <a:ext cx="732101" cy="732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44984F-F529-660C-F060-9C9DC259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699" y="2113736"/>
            <a:ext cx="732101" cy="7321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3B557E-9B17-0553-DEBD-0C3BC1C74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763" y="2113736"/>
            <a:ext cx="732101" cy="732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E509B7-F0ED-D850-BDB3-DAEE2A25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827" y="2113736"/>
            <a:ext cx="732101" cy="7321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DB3D823-5B88-3493-AD10-448210D3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91" y="2113736"/>
            <a:ext cx="732101" cy="7321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FADF47A-11A0-FFBF-21E2-0E093F463B7F}"/>
              </a:ext>
            </a:extLst>
          </p:cNvPr>
          <p:cNvSpPr txBox="1"/>
          <p:nvPr/>
        </p:nvSpPr>
        <p:spPr>
          <a:xfrm>
            <a:off x="1141942" y="2938615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launch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0461F4-306A-9368-F0A5-0FC8810F9A0F}"/>
              </a:ext>
            </a:extLst>
          </p:cNvPr>
          <p:cNvSpPr txBox="1"/>
          <p:nvPr/>
        </p:nvSpPr>
        <p:spPr>
          <a:xfrm>
            <a:off x="3239722" y="2938615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maps</a:t>
            </a:r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8139C0-B87E-92F9-FBF0-F73F75BC259E}"/>
              </a:ext>
            </a:extLst>
          </p:cNvPr>
          <p:cNvSpPr txBox="1"/>
          <p:nvPr/>
        </p:nvSpPr>
        <p:spPr>
          <a:xfrm>
            <a:off x="5183613" y="293861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0454AE-C810-7F14-A8C7-7F983CFBEB35}"/>
              </a:ext>
            </a:extLst>
          </p:cNvPr>
          <p:cNvSpPr txBox="1"/>
          <p:nvPr/>
        </p:nvSpPr>
        <p:spPr>
          <a:xfrm>
            <a:off x="7219677" y="2938615"/>
            <a:ext cx="94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params</a:t>
            </a:r>
            <a:endParaRPr lang="de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9D5D32-58A4-3E35-CC00-68818EE42896}"/>
              </a:ext>
            </a:extLst>
          </p:cNvPr>
          <p:cNvSpPr txBox="1"/>
          <p:nvPr/>
        </p:nvSpPr>
        <p:spPr>
          <a:xfrm>
            <a:off x="9459194" y="2938615"/>
            <a:ext cx="524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rviz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73EDF-5826-BEF7-E4A8-6DA1CC1D2F28}"/>
              </a:ext>
            </a:extLst>
          </p:cNvPr>
          <p:cNvSpPr txBox="1"/>
          <p:nvPr/>
        </p:nvSpPr>
        <p:spPr>
          <a:xfrm>
            <a:off x="1916736" y="4473273"/>
            <a:ext cx="2053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my_rviz_config.rviz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57D4B-D102-302A-E339-05D647DC7975}"/>
              </a:ext>
            </a:extLst>
          </p:cNvPr>
          <p:cNvSpPr txBox="1"/>
          <p:nvPr/>
        </p:nvSpPr>
        <p:spPr>
          <a:xfrm>
            <a:off x="1916736" y="4935383"/>
            <a:ext cx="277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old_rviz_configuration.rviz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56CECF-498F-538B-2CEE-5AFDD62B9B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2521858" y="4313083"/>
            <a:ext cx="1244600" cy="1244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0A28F4-1930-2F65-B3B8-7C4F54FFE129}"/>
              </a:ext>
            </a:extLst>
          </p:cNvPr>
          <p:cNvSpPr txBox="1"/>
          <p:nvPr/>
        </p:nvSpPr>
        <p:spPr>
          <a:xfrm>
            <a:off x="6273113" y="4652377"/>
            <a:ext cx="248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nav2_default_view.rviz</a:t>
            </a:r>
          </a:p>
        </p:txBody>
      </p:sp>
    </p:spTree>
    <p:extLst>
      <p:ext uri="{BB962C8B-B14F-4D97-AF65-F5344CB8AC3E}">
        <p14:creationId xmlns:p14="http://schemas.microsoft.com/office/powerpoint/2010/main" val="2137946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D175-76CF-1E9B-EF92-9612B8A3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9C5B8A-B24A-75A9-C16D-93D9008B0451}"/>
              </a:ext>
            </a:extLst>
          </p:cNvPr>
          <p:cNvSpPr txBox="1"/>
          <p:nvPr/>
        </p:nvSpPr>
        <p:spPr>
          <a:xfrm>
            <a:off x="1825073" y="3668293"/>
            <a:ext cx="216289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300" dirty="0"/>
              <a:t>Modular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DDE2C-58C2-8051-E97F-2AEA03244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214" y="2128228"/>
            <a:ext cx="1004613" cy="100461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B4AA253-F505-7F24-E469-1DED118E8D82}"/>
              </a:ext>
            </a:extLst>
          </p:cNvPr>
          <p:cNvGrpSpPr>
            <a:grpSpLocks noChangeAspect="1"/>
          </p:cNvGrpSpPr>
          <p:nvPr/>
        </p:nvGrpSpPr>
        <p:grpSpPr>
          <a:xfrm>
            <a:off x="5457598" y="2127001"/>
            <a:ext cx="1163976" cy="1005840"/>
            <a:chOff x="4054763" y="2168060"/>
            <a:chExt cx="1340969" cy="11587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F1361E-8BF3-ACBC-5194-98067BE7F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54763" y="2168060"/>
              <a:ext cx="1004613" cy="100461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0506C7-849A-72B4-2419-BA3ADBF1A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7446" y="2578561"/>
              <a:ext cx="748286" cy="748286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A114085-E028-D873-9466-9A50E0178CE9}"/>
              </a:ext>
            </a:extLst>
          </p:cNvPr>
          <p:cNvSpPr txBox="1"/>
          <p:nvPr/>
        </p:nvSpPr>
        <p:spPr>
          <a:xfrm>
            <a:off x="4956534" y="3491322"/>
            <a:ext cx="216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300" dirty="0"/>
              <a:t>Simulation &amp; Real-Time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B5305D-824D-664E-F182-F56DC7A260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060"/>
          <a:stretch>
            <a:fillRect/>
          </a:stretch>
        </p:blipFill>
        <p:spPr>
          <a:xfrm>
            <a:off x="8670345" y="2128229"/>
            <a:ext cx="793042" cy="10046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8F756B3-3DDA-2CB2-8458-8AB04D227167}"/>
              </a:ext>
            </a:extLst>
          </p:cNvPr>
          <p:cNvSpPr txBox="1"/>
          <p:nvPr/>
        </p:nvSpPr>
        <p:spPr>
          <a:xfrm>
            <a:off x="7985419" y="3389168"/>
            <a:ext cx="216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300" dirty="0"/>
              <a:t>Multiple </a:t>
            </a:r>
          </a:p>
          <a:p>
            <a:pPr algn="ctr"/>
            <a:r>
              <a:rPr lang="de-DE" sz="2300" dirty="0" err="1"/>
              <a:t>Uses</a:t>
            </a:r>
            <a:r>
              <a:rPr lang="de-DE" sz="2300" dirty="0"/>
              <a:t> Cases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C1FC74-F51C-C41C-0442-BED78B011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3269" y="4470714"/>
            <a:ext cx="1004614" cy="10046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CF81D2-695F-C465-07D5-8AE9E057D295}"/>
              </a:ext>
            </a:extLst>
          </p:cNvPr>
          <p:cNvSpPr txBox="1"/>
          <p:nvPr/>
        </p:nvSpPr>
        <p:spPr>
          <a:xfrm>
            <a:off x="3294704" y="5633835"/>
            <a:ext cx="216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300" dirty="0" err="1"/>
              <a:t>Highly</a:t>
            </a:r>
            <a:r>
              <a:rPr lang="de-DE" sz="2300" dirty="0"/>
              <a:t> Extensible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AAA76B-6C3D-C67A-5698-E19A444C1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852" y="4469488"/>
            <a:ext cx="1005840" cy="10058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B28A2A5-87CD-2E2B-9220-CA749554B250}"/>
              </a:ext>
            </a:extLst>
          </p:cNvPr>
          <p:cNvSpPr txBox="1"/>
          <p:nvPr/>
        </p:nvSpPr>
        <p:spPr>
          <a:xfrm>
            <a:off x="6438325" y="5633836"/>
            <a:ext cx="216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300" dirty="0"/>
              <a:t>Parallel Workflow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23D50CF-074B-072B-886F-BE1D724FB6B1}"/>
              </a:ext>
            </a:extLst>
          </p:cNvPr>
          <p:cNvSpPr txBox="1">
            <a:spLocks/>
          </p:cNvSpPr>
          <p:nvPr/>
        </p:nvSpPr>
        <p:spPr>
          <a:xfrm>
            <a:off x="901148" y="10163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NAV2</a:t>
            </a:r>
          </a:p>
        </p:txBody>
      </p:sp>
    </p:spTree>
    <p:extLst>
      <p:ext uri="{BB962C8B-B14F-4D97-AF65-F5344CB8AC3E}">
        <p14:creationId xmlns:p14="http://schemas.microsoft.com/office/powerpoint/2010/main" val="2153688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393CC3-AA94-2704-4824-0997F1B21FFE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COMPONENTS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96D87-A33F-576B-A577-1CC63DFA1799}"/>
              </a:ext>
            </a:extLst>
          </p:cNvPr>
          <p:cNvSpPr txBox="1"/>
          <p:nvPr/>
        </p:nvSpPr>
        <p:spPr>
          <a:xfrm>
            <a:off x="748748" y="1868558"/>
            <a:ext cx="436467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de-DE" sz="2300" dirty="0"/>
              <a:t>Core Navigation Modules</a:t>
            </a:r>
          </a:p>
          <a:p>
            <a:pPr marL="800100" lvl="1" indent="-342900">
              <a:buFontTx/>
              <a:buChar char="-"/>
            </a:pPr>
            <a:r>
              <a:rPr lang="de-DE" sz="2300" dirty="0"/>
              <a:t>BT Navigator </a:t>
            </a:r>
          </a:p>
          <a:p>
            <a:pPr marL="800100" lvl="1" indent="-342900">
              <a:buFontTx/>
              <a:buChar char="-"/>
            </a:pPr>
            <a:r>
              <a:rPr lang="de-DE" sz="2300" dirty="0"/>
              <a:t>AMCL </a:t>
            </a:r>
          </a:p>
          <a:p>
            <a:pPr marL="800100" lvl="1" indent="-342900">
              <a:buFontTx/>
              <a:buChar char="-"/>
            </a:pPr>
            <a:r>
              <a:rPr lang="de-DE" sz="2300" dirty="0"/>
              <a:t>Planner Server</a:t>
            </a:r>
          </a:p>
          <a:p>
            <a:pPr marL="800100" lvl="1" indent="-342900">
              <a:buFontTx/>
              <a:buChar char="-"/>
            </a:pPr>
            <a:r>
              <a:rPr lang="de-DE" sz="2300" dirty="0"/>
              <a:t>Controller Server</a:t>
            </a:r>
          </a:p>
          <a:p>
            <a:pPr marL="800100" lvl="1" indent="-342900">
              <a:buFontTx/>
              <a:buChar char="-"/>
            </a:pPr>
            <a:r>
              <a:rPr lang="de-DE" sz="2300" dirty="0"/>
              <a:t>Velocity Smoother</a:t>
            </a:r>
          </a:p>
          <a:p>
            <a:pPr marL="342900" indent="-342900">
              <a:buFontTx/>
              <a:buChar char="-"/>
            </a:pPr>
            <a:r>
              <a:rPr lang="de-DE" sz="2300" dirty="0"/>
              <a:t>Support / Utility Modules </a:t>
            </a:r>
          </a:p>
          <a:p>
            <a:pPr marL="800100" lvl="1" indent="-342900">
              <a:buFontTx/>
              <a:buChar char="-"/>
            </a:pPr>
            <a:r>
              <a:rPr lang="de-DE" sz="2300" dirty="0" err="1"/>
              <a:t>Map</a:t>
            </a:r>
            <a:r>
              <a:rPr lang="de-DE" sz="2300" dirty="0"/>
              <a:t> Server </a:t>
            </a:r>
          </a:p>
          <a:p>
            <a:pPr marL="342900" indent="-342900">
              <a:buFontTx/>
              <a:buChar char="-"/>
            </a:pPr>
            <a:r>
              <a:rPr lang="de-DE" sz="2300" dirty="0"/>
              <a:t>Extended </a:t>
            </a:r>
            <a:r>
              <a:rPr lang="de-DE" sz="2300" dirty="0" err="1"/>
              <a:t>Behavior</a:t>
            </a:r>
            <a:r>
              <a:rPr lang="de-DE" sz="2300" dirty="0"/>
              <a:t> Modules</a:t>
            </a:r>
          </a:p>
          <a:p>
            <a:pPr marL="800100" lvl="1" indent="-342900">
              <a:buFontTx/>
              <a:buChar char="-"/>
            </a:pPr>
            <a:r>
              <a:rPr lang="de-DE" sz="2300" dirty="0" err="1"/>
              <a:t>Behavior</a:t>
            </a:r>
            <a:r>
              <a:rPr lang="de-DE" sz="2300" dirty="0"/>
              <a:t> Server </a:t>
            </a:r>
          </a:p>
          <a:p>
            <a:pPr marL="800100" lvl="1" indent="-342900">
              <a:buFontTx/>
              <a:buChar char="-"/>
            </a:pPr>
            <a:r>
              <a:rPr lang="de-DE" sz="2300" dirty="0" err="1"/>
              <a:t>Waypoint</a:t>
            </a:r>
            <a:r>
              <a:rPr lang="de-DE" sz="2300" dirty="0"/>
              <a:t> Follower</a:t>
            </a:r>
          </a:p>
          <a:p>
            <a:pPr marL="342900" indent="-342900">
              <a:buFontTx/>
              <a:buChar char="-"/>
            </a:pPr>
            <a:endParaRPr lang="de-DE" sz="2300" dirty="0"/>
          </a:p>
        </p:txBody>
      </p:sp>
    </p:spTree>
    <p:extLst>
      <p:ext uri="{BB962C8B-B14F-4D97-AF65-F5344CB8AC3E}">
        <p14:creationId xmlns:p14="http://schemas.microsoft.com/office/powerpoint/2010/main" val="734985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2520-8CEF-1529-3245-833F6AC1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A146550-0F0A-AB1C-B58B-CAB91C2D949F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BEHAVIOR-TREE NAVIGATOR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58D2B5-5D1C-5B3F-7718-EEC51781974D}"/>
              </a:ext>
            </a:extLst>
          </p:cNvPr>
          <p:cNvSpPr txBox="1"/>
          <p:nvPr/>
        </p:nvSpPr>
        <p:spPr>
          <a:xfrm>
            <a:off x="737286" y="5912248"/>
            <a:ext cx="936626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dirty="0"/>
              <a:t>nav2_bt_navigator/</a:t>
            </a:r>
            <a:r>
              <a:rPr lang="de-DE" sz="2300" dirty="0" err="1"/>
              <a:t>navigate_to_pose_w_replanning_and_recovery.xml</a:t>
            </a:r>
            <a:endParaRPr lang="de-DE" sz="23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C09E4-46DC-493F-9EB0-B9300F8352E9}"/>
              </a:ext>
            </a:extLst>
          </p:cNvPr>
          <p:cNvSpPr txBox="1"/>
          <p:nvPr/>
        </p:nvSpPr>
        <p:spPr>
          <a:xfrm>
            <a:off x="737286" y="5353351"/>
            <a:ext cx="736041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300" dirty="0" err="1"/>
              <a:t>Uses</a:t>
            </a:r>
            <a:r>
              <a:rPr lang="de-DE" sz="2300" dirty="0"/>
              <a:t> </a:t>
            </a:r>
            <a:r>
              <a:rPr lang="de-DE" sz="2300" dirty="0" err="1"/>
              <a:t>predefined</a:t>
            </a:r>
            <a:r>
              <a:rPr lang="de-DE" sz="2300" dirty="0"/>
              <a:t> </a:t>
            </a:r>
            <a:r>
              <a:rPr lang="de-DE" sz="2300" dirty="0" err="1"/>
              <a:t>default</a:t>
            </a:r>
            <a:r>
              <a:rPr lang="de-DE" sz="2300" dirty="0"/>
              <a:t> </a:t>
            </a:r>
            <a:r>
              <a:rPr lang="de-DE" sz="2300" dirty="0" err="1"/>
              <a:t>Bahvor</a:t>
            </a:r>
            <a:r>
              <a:rPr lang="de-DE" sz="2300" dirty="0"/>
              <a:t> </a:t>
            </a:r>
            <a:r>
              <a:rPr lang="de-DE" sz="2300" dirty="0" err="1"/>
              <a:t>Tree</a:t>
            </a:r>
            <a:r>
              <a:rPr lang="de-DE" sz="2300" dirty="0"/>
              <a:t> </a:t>
            </a:r>
            <a:r>
              <a:rPr lang="de-DE" sz="2300" dirty="0" err="1"/>
              <a:t>structure</a:t>
            </a:r>
            <a:r>
              <a:rPr lang="de-DE" sz="2300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255D9-D6B3-B440-8BA8-1E1C9B6B6822}"/>
              </a:ext>
            </a:extLst>
          </p:cNvPr>
          <p:cNvSpPr txBox="1"/>
          <p:nvPr/>
        </p:nvSpPr>
        <p:spPr>
          <a:xfrm>
            <a:off x="737286" y="1762126"/>
            <a:ext cx="114547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bt_navigator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ros</a:t>
            </a:r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__parameters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use_sim_time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global_frame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map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robot_base_frame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base_link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odom_topic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odom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bt_loop_duration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default_server_timeout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plugin_lib_names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nav2_compute_path_to_pose_action_bt_node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nav2_compute_path_through_poses_action_bt_node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915EF-F171-E2F2-C879-E85690352085}"/>
              </a:ext>
            </a:extLst>
          </p:cNvPr>
          <p:cNvSpPr txBox="1"/>
          <p:nvPr/>
        </p:nvSpPr>
        <p:spPr>
          <a:xfrm>
            <a:off x="1519881" y="4766305"/>
            <a:ext cx="482265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2300" dirty="0">
                <a:solidFill>
                  <a:srgbClr val="438C27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21596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F3523-B814-E61B-B2FF-25FD6076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C8534B8-7B73-C1EE-BFB2-3370F0B80958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6367669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BEHAVIOR-TREE NAVIGATOR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1C464D7-B9FF-76F0-1715-E4F1A4FC29BB}"/>
              </a:ext>
            </a:extLst>
          </p:cNvPr>
          <p:cNvSpPr/>
          <p:nvPr/>
        </p:nvSpPr>
        <p:spPr>
          <a:xfrm>
            <a:off x="1193692" y="3234156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D702A-B0FC-F6F0-BC3E-B545D760C913}"/>
              </a:ext>
            </a:extLst>
          </p:cNvPr>
          <p:cNvSpPr txBox="1"/>
          <p:nvPr/>
        </p:nvSpPr>
        <p:spPr>
          <a:xfrm>
            <a:off x="1254746" y="3646232"/>
            <a:ext cx="1078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MainTree</a:t>
            </a:r>
            <a:endParaRPr lang="de-D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E64D655-E0C0-0C6D-D1B6-B5055A06D681}"/>
              </a:ext>
            </a:extLst>
          </p:cNvPr>
          <p:cNvSpPr/>
          <p:nvPr/>
        </p:nvSpPr>
        <p:spPr>
          <a:xfrm>
            <a:off x="2999138" y="3234156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24E7B-BEF8-31B9-122D-F9397E207028}"/>
              </a:ext>
            </a:extLst>
          </p:cNvPr>
          <p:cNvSpPr txBox="1"/>
          <p:nvPr/>
        </p:nvSpPr>
        <p:spPr>
          <a:xfrm>
            <a:off x="3048939" y="3507731"/>
            <a:ext cx="1100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Navigate</a:t>
            </a:r>
            <a:endParaRPr lang="de-DE" dirty="0"/>
          </a:p>
          <a:p>
            <a:pPr algn="ctr"/>
            <a:r>
              <a:rPr lang="de-DE" dirty="0"/>
              <a:t>Recovery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6B85D5-C431-3D7C-1801-2F43E40FE374}"/>
              </a:ext>
            </a:extLst>
          </p:cNvPr>
          <p:cNvSpPr/>
          <p:nvPr/>
        </p:nvSpPr>
        <p:spPr>
          <a:xfrm>
            <a:off x="4795839" y="2402792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E9B37-4149-54EA-49BB-CDDCA5258486}"/>
              </a:ext>
            </a:extLst>
          </p:cNvPr>
          <p:cNvSpPr txBox="1"/>
          <p:nvPr/>
        </p:nvSpPr>
        <p:spPr>
          <a:xfrm>
            <a:off x="4854553" y="2578882"/>
            <a:ext cx="10827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 err="1"/>
              <a:t>Selects</a:t>
            </a:r>
            <a:endParaRPr lang="de-DE" sz="1600" dirty="0"/>
          </a:p>
          <a:p>
            <a:pPr algn="ctr"/>
            <a:r>
              <a:rPr lang="de-DE" sz="1600" dirty="0"/>
              <a:t>Controller</a:t>
            </a:r>
          </a:p>
          <a:p>
            <a:pPr algn="ctr"/>
            <a:r>
              <a:rPr lang="de-DE" sz="1600" dirty="0"/>
              <a:t>&amp; Planner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388372-A431-FB78-F9DD-8CC0A0346DE4}"/>
              </a:ext>
            </a:extLst>
          </p:cNvPr>
          <p:cNvSpPr/>
          <p:nvPr/>
        </p:nvSpPr>
        <p:spPr>
          <a:xfrm>
            <a:off x="4795839" y="4093465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D61AD6-B41C-B638-FDB6-5296764CAC47}"/>
              </a:ext>
            </a:extLst>
          </p:cNvPr>
          <p:cNvSpPr/>
          <p:nvPr/>
        </p:nvSpPr>
        <p:spPr>
          <a:xfrm>
            <a:off x="6440767" y="2374593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BFF75-02E0-A4D8-6E3F-5424FEFAB1D3}"/>
              </a:ext>
            </a:extLst>
          </p:cNvPr>
          <p:cNvSpPr txBox="1"/>
          <p:nvPr/>
        </p:nvSpPr>
        <p:spPr>
          <a:xfrm>
            <a:off x="6644572" y="2630655"/>
            <a:ext cx="785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Plans </a:t>
            </a:r>
          </a:p>
          <a:p>
            <a:pPr algn="ctr"/>
            <a:r>
              <a:rPr lang="de-DE" dirty="0"/>
              <a:t>Path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157B55-B31A-DEEA-B17A-E91C59EC919F}"/>
              </a:ext>
            </a:extLst>
          </p:cNvPr>
          <p:cNvSpPr/>
          <p:nvPr/>
        </p:nvSpPr>
        <p:spPr>
          <a:xfrm>
            <a:off x="8065615" y="2374593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6A86D-99A9-728B-19AA-45350A0E6C2D}"/>
              </a:ext>
            </a:extLst>
          </p:cNvPr>
          <p:cNvSpPr txBox="1"/>
          <p:nvPr/>
        </p:nvSpPr>
        <p:spPr>
          <a:xfrm>
            <a:off x="8189423" y="2648168"/>
            <a:ext cx="950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Follows</a:t>
            </a:r>
            <a:endParaRPr lang="de-DE" dirty="0"/>
          </a:p>
          <a:p>
            <a:pPr algn="ctr"/>
            <a:r>
              <a:rPr lang="de-DE" dirty="0"/>
              <a:t>Path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4D6E48-22A8-89E2-7755-3590FB51575B}"/>
              </a:ext>
            </a:extLst>
          </p:cNvPr>
          <p:cNvCxnSpPr>
            <a:stCxn id="2" idx="6"/>
            <a:endCxn id="4" idx="2"/>
          </p:cNvCxnSpPr>
          <p:nvPr/>
        </p:nvCxnSpPr>
        <p:spPr>
          <a:xfrm>
            <a:off x="2393852" y="3830898"/>
            <a:ext cx="605286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DA918FD9-D033-8F27-BD84-BCEE03C95D9E}"/>
              </a:ext>
            </a:extLst>
          </p:cNvPr>
          <p:cNvCxnSpPr>
            <a:cxnSpLocks/>
            <a:stCxn id="82" idx="4"/>
            <a:endCxn id="4" idx="4"/>
          </p:cNvCxnSpPr>
          <p:nvPr/>
        </p:nvCxnSpPr>
        <p:spPr>
          <a:xfrm rot="5400000" flipH="1">
            <a:off x="5705407" y="2321452"/>
            <a:ext cx="854100" cy="5066477"/>
          </a:xfrm>
          <a:prstGeom prst="bentConnector3">
            <a:avLst>
              <a:gd name="adj1" fmla="val -5821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015E65A-3960-E589-FA55-C757543E26C5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4551465" y="3421494"/>
            <a:ext cx="420133" cy="403322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4E4443C-AA07-6E61-93D2-DD6BB9C288D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6016079" y="2971335"/>
            <a:ext cx="424688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F32D719-BB77-54BD-49AC-E12D076F96C2}"/>
              </a:ext>
            </a:extLst>
          </p:cNvPr>
          <p:cNvCxnSpPr>
            <a:cxnSpLocks/>
            <a:stCxn id="4" idx="6"/>
          </p:cNvCxnSpPr>
          <p:nvPr/>
        </p:nvCxnSpPr>
        <p:spPr>
          <a:xfrm flipV="1">
            <a:off x="4199298" y="3824816"/>
            <a:ext cx="352167" cy="6082"/>
          </a:xfrm>
          <a:prstGeom prst="line">
            <a:avLst/>
          </a:prstGeom>
          <a:ln w="28575">
            <a:solidFill>
              <a:srgbClr val="364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9B62992-EC40-ACE5-DB35-C92C1F59A7BD}"/>
              </a:ext>
            </a:extLst>
          </p:cNvPr>
          <p:cNvCxnSpPr>
            <a:cxnSpLocks/>
          </p:cNvCxnSpPr>
          <p:nvPr/>
        </p:nvCxnSpPr>
        <p:spPr>
          <a:xfrm>
            <a:off x="7640927" y="2971335"/>
            <a:ext cx="424688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4FD697E-724A-A1BD-011D-1EB6517CE5F9}"/>
              </a:ext>
            </a:extLst>
          </p:cNvPr>
          <p:cNvCxnSpPr>
            <a:cxnSpLocks/>
          </p:cNvCxnSpPr>
          <p:nvPr/>
        </p:nvCxnSpPr>
        <p:spPr>
          <a:xfrm>
            <a:off x="9265775" y="2960568"/>
            <a:ext cx="914046" cy="2797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DF7963C9-3D5F-6E9F-1675-E33F26BDBBB0}"/>
              </a:ext>
            </a:extLst>
          </p:cNvPr>
          <p:cNvSpPr/>
          <p:nvPr/>
        </p:nvSpPr>
        <p:spPr>
          <a:xfrm>
            <a:off x="10179821" y="2402792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3824EE-636E-1C2B-8DD4-84B7CC6ADEA6}"/>
              </a:ext>
            </a:extLst>
          </p:cNvPr>
          <p:cNvSpPr txBox="1"/>
          <p:nvPr/>
        </p:nvSpPr>
        <p:spPr>
          <a:xfrm>
            <a:off x="10303310" y="2648168"/>
            <a:ext cx="9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Publish</a:t>
            </a:r>
          </a:p>
          <a:p>
            <a:pPr algn="ctr"/>
            <a:r>
              <a:rPr lang="de-DE" dirty="0" err="1"/>
              <a:t>succes</a:t>
            </a:r>
            <a:endParaRPr lang="de-DE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8188AE-6A73-F616-B63D-E7333DBCC657}"/>
              </a:ext>
            </a:extLst>
          </p:cNvPr>
          <p:cNvSpPr txBox="1"/>
          <p:nvPr/>
        </p:nvSpPr>
        <p:spPr>
          <a:xfrm>
            <a:off x="5158912" y="5804831"/>
            <a:ext cx="725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36488A"/>
                </a:solidFill>
              </a:rPr>
              <a:t>6 </a:t>
            </a:r>
            <a:r>
              <a:rPr lang="de-DE" dirty="0" err="1">
                <a:solidFill>
                  <a:srgbClr val="36488A"/>
                </a:solidFill>
              </a:rPr>
              <a:t>trys</a:t>
            </a:r>
            <a:endParaRPr lang="de-DE" dirty="0">
              <a:solidFill>
                <a:srgbClr val="36488A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0B1C149-7156-CE2F-8659-882519FA2F29}"/>
              </a:ext>
            </a:extLst>
          </p:cNvPr>
          <p:cNvSpPr/>
          <p:nvPr/>
        </p:nvSpPr>
        <p:spPr>
          <a:xfrm>
            <a:off x="6440767" y="4088256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6D18EB4-5075-93E2-886E-8543AA7E5D70}"/>
              </a:ext>
            </a:extLst>
          </p:cNvPr>
          <p:cNvSpPr/>
          <p:nvPr/>
        </p:nvSpPr>
        <p:spPr>
          <a:xfrm>
            <a:off x="8065615" y="4088256"/>
            <a:ext cx="1200160" cy="1193484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DED3909-D918-E768-5106-0F96A38AD156}"/>
              </a:ext>
            </a:extLst>
          </p:cNvPr>
          <p:cNvCxnSpPr>
            <a:cxnSpLocks/>
            <a:endCxn id="80" idx="2"/>
          </p:cNvCxnSpPr>
          <p:nvPr/>
        </p:nvCxnSpPr>
        <p:spPr>
          <a:xfrm>
            <a:off x="6016079" y="4684998"/>
            <a:ext cx="42468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54690E1-BDA7-DF6F-59F0-AE107ED9951F}"/>
              </a:ext>
            </a:extLst>
          </p:cNvPr>
          <p:cNvCxnSpPr>
            <a:cxnSpLocks/>
          </p:cNvCxnSpPr>
          <p:nvPr/>
        </p:nvCxnSpPr>
        <p:spPr>
          <a:xfrm>
            <a:off x="7640927" y="4685402"/>
            <a:ext cx="42468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C72B04A-66E1-E84A-5163-70997078900C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8665695" y="3568077"/>
            <a:ext cx="0" cy="3399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FD12B61-05C7-5B71-635D-E7EFE7E76822}"/>
              </a:ext>
            </a:extLst>
          </p:cNvPr>
          <p:cNvCxnSpPr>
            <a:cxnSpLocks/>
          </p:cNvCxnSpPr>
          <p:nvPr/>
        </p:nvCxnSpPr>
        <p:spPr>
          <a:xfrm flipV="1">
            <a:off x="5386543" y="3898930"/>
            <a:ext cx="3291840" cy="91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F632CD7-1BCC-4F65-D50C-1FE24013B078}"/>
              </a:ext>
            </a:extLst>
          </p:cNvPr>
          <p:cNvCxnSpPr>
            <a:cxnSpLocks/>
          </p:cNvCxnSpPr>
          <p:nvPr/>
        </p:nvCxnSpPr>
        <p:spPr>
          <a:xfrm>
            <a:off x="7032463" y="3568077"/>
            <a:ext cx="4411" cy="3308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9E774F2-A49E-6E22-12A1-6FD6A8CACFF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388691" y="3596276"/>
            <a:ext cx="7228" cy="4971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D42FF01-07B3-A1E3-B78B-610040E60D79}"/>
              </a:ext>
            </a:extLst>
          </p:cNvPr>
          <p:cNvSpPr txBox="1"/>
          <p:nvPr/>
        </p:nvSpPr>
        <p:spPr>
          <a:xfrm>
            <a:off x="4891107" y="4396119"/>
            <a:ext cx="99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Recovery</a:t>
            </a:r>
          </a:p>
          <a:p>
            <a:pPr algn="ctr"/>
            <a:r>
              <a:rPr lang="de-DE" sz="1600" dirty="0"/>
              <a:t>Check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A253327-D57F-8182-6CE5-C21FEA75C690}"/>
              </a:ext>
            </a:extLst>
          </p:cNvPr>
          <p:cNvSpPr txBox="1"/>
          <p:nvPr/>
        </p:nvSpPr>
        <p:spPr>
          <a:xfrm>
            <a:off x="6623713" y="4396119"/>
            <a:ext cx="834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Update</a:t>
            </a:r>
          </a:p>
          <a:p>
            <a:pPr algn="ctr"/>
            <a:r>
              <a:rPr lang="de-DE" sz="1600" dirty="0"/>
              <a:t>Goal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EE32C1A-6B7C-CE9F-7A0E-4B9032CFFF8B}"/>
              </a:ext>
            </a:extLst>
          </p:cNvPr>
          <p:cNvSpPr txBox="1"/>
          <p:nvPr/>
        </p:nvSpPr>
        <p:spPr>
          <a:xfrm>
            <a:off x="8164961" y="4388596"/>
            <a:ext cx="999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Recovery</a:t>
            </a:r>
          </a:p>
          <a:p>
            <a:pPr algn="ctr"/>
            <a:r>
              <a:rPr lang="de-DE" sz="1600" dirty="0"/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1327367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13500-B65B-B55A-8F71-E13C865B8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C36A566-BCB5-A590-CAEF-848C9468F002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Adaptive Monte Carlo </a:t>
            </a:r>
            <a:r>
              <a:rPr lang="de-DE" dirty="0" err="1">
                <a:solidFill>
                  <a:srgbClr val="36488A"/>
                </a:solidFill>
              </a:rPr>
              <a:t>Localization</a:t>
            </a:r>
            <a:endParaRPr lang="de-DE" dirty="0">
              <a:solidFill>
                <a:srgbClr val="3648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FA4627-F9DE-9F43-CD9D-A7F9B918F2FB}"/>
              </a:ext>
            </a:extLst>
          </p:cNvPr>
          <p:cNvSpPr txBox="1"/>
          <p:nvPr/>
        </p:nvSpPr>
        <p:spPr>
          <a:xfrm>
            <a:off x="748748" y="1868558"/>
            <a:ext cx="436467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de-DE" sz="2300" dirty="0" err="1"/>
              <a:t>Localizes</a:t>
            </a:r>
            <a:r>
              <a:rPr lang="de-DE" sz="2300" dirty="0"/>
              <a:t> on a </a:t>
            </a:r>
            <a:r>
              <a:rPr lang="de-DE" sz="2300" dirty="0" err="1"/>
              <a:t>known</a:t>
            </a:r>
            <a:r>
              <a:rPr lang="de-DE" sz="2300" dirty="0"/>
              <a:t> 2D </a:t>
            </a:r>
            <a:r>
              <a:rPr lang="de-DE" sz="2300" dirty="0" err="1"/>
              <a:t>map</a:t>
            </a:r>
            <a:r>
              <a:rPr lang="de-DE" sz="2300" dirty="0"/>
              <a:t> </a:t>
            </a:r>
          </a:p>
          <a:p>
            <a:pPr marL="342900" indent="-342900">
              <a:buFontTx/>
              <a:buChar char="-"/>
            </a:pPr>
            <a:r>
              <a:rPr lang="de-DE" sz="2300" dirty="0" err="1"/>
              <a:t>Estimates</a:t>
            </a:r>
            <a:r>
              <a:rPr lang="de-DE" sz="2300" dirty="0"/>
              <a:t> </a:t>
            </a:r>
            <a:r>
              <a:rPr lang="de-DE" sz="2300" dirty="0" err="1"/>
              <a:t>with</a:t>
            </a:r>
            <a:r>
              <a:rPr lang="de-DE" sz="2300" dirty="0"/>
              <a:t> </a:t>
            </a:r>
            <a:r>
              <a:rPr lang="de-DE" sz="2300" dirty="0" err="1"/>
              <a:t>combining</a:t>
            </a:r>
            <a:r>
              <a:rPr lang="de-DE" sz="23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de-DE" sz="2300" dirty="0" err="1"/>
              <a:t>Odomentry</a:t>
            </a:r>
            <a:r>
              <a:rPr lang="de-DE" sz="23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de-DE" sz="2300" dirty="0"/>
              <a:t>Laser </a:t>
            </a:r>
            <a:r>
              <a:rPr lang="de-DE" sz="2300" dirty="0" err="1"/>
              <a:t>scan</a:t>
            </a:r>
            <a:r>
              <a:rPr lang="de-DE" sz="2300" dirty="0"/>
              <a:t> </a:t>
            </a:r>
            <a:r>
              <a:rPr lang="de-DE" sz="2300" dirty="0" err="1"/>
              <a:t>data</a:t>
            </a:r>
            <a:r>
              <a:rPr lang="de-DE" sz="2300" dirty="0"/>
              <a:t> </a:t>
            </a:r>
          </a:p>
          <a:p>
            <a:pPr marL="800100" lvl="1" indent="-342900">
              <a:buFontTx/>
              <a:buChar char="-"/>
            </a:pPr>
            <a:r>
              <a:rPr lang="de-DE" sz="2300" dirty="0"/>
              <a:t>Static </a:t>
            </a:r>
            <a:r>
              <a:rPr lang="de-DE" sz="2300" dirty="0" err="1"/>
              <a:t>Map</a:t>
            </a:r>
            <a:r>
              <a:rPr lang="de-DE" sz="2300" dirty="0"/>
              <a:t> </a:t>
            </a:r>
          </a:p>
          <a:p>
            <a:pPr marL="800100" lvl="1" indent="-342900">
              <a:buFontTx/>
              <a:buChar char="-"/>
            </a:pPr>
            <a:endParaRPr lang="de-DE" sz="23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66FB1BA-5F05-48E2-1F3B-3A22087C8A2D}"/>
              </a:ext>
            </a:extLst>
          </p:cNvPr>
          <p:cNvSpPr/>
          <p:nvPr/>
        </p:nvSpPr>
        <p:spPr>
          <a:xfrm>
            <a:off x="5441227" y="3627349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E662BE-71CD-9F65-A319-21F035186A9D}"/>
              </a:ext>
            </a:extLst>
          </p:cNvPr>
          <p:cNvSpPr/>
          <p:nvPr/>
        </p:nvSpPr>
        <p:spPr>
          <a:xfrm>
            <a:off x="5441227" y="4710080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97A518-FAE8-C505-4599-B997BDCAA49E}"/>
              </a:ext>
            </a:extLst>
          </p:cNvPr>
          <p:cNvSpPr/>
          <p:nvPr/>
        </p:nvSpPr>
        <p:spPr>
          <a:xfrm>
            <a:off x="6444745" y="5351946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F52D9F-449E-F121-192D-FEF1998D9F01}"/>
              </a:ext>
            </a:extLst>
          </p:cNvPr>
          <p:cNvSpPr/>
          <p:nvPr/>
        </p:nvSpPr>
        <p:spPr>
          <a:xfrm>
            <a:off x="5441227" y="2544618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6C2C55-4F48-B4B0-214A-88A8C37917D5}"/>
              </a:ext>
            </a:extLst>
          </p:cNvPr>
          <p:cNvSpPr/>
          <p:nvPr/>
        </p:nvSpPr>
        <p:spPr>
          <a:xfrm>
            <a:off x="6444745" y="1935269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489226-3180-C66C-042D-F1DFEA030344}"/>
              </a:ext>
            </a:extLst>
          </p:cNvPr>
          <p:cNvSpPr txBox="1"/>
          <p:nvPr/>
        </p:nvSpPr>
        <p:spPr>
          <a:xfrm>
            <a:off x="5530345" y="2820626"/>
            <a:ext cx="736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scan</a:t>
            </a:r>
            <a:endParaRPr lang="de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364D8-C2CA-0085-5BC5-755AD086DF56}"/>
              </a:ext>
            </a:extLst>
          </p:cNvPr>
          <p:cNvSpPr txBox="1"/>
          <p:nvPr/>
        </p:nvSpPr>
        <p:spPr>
          <a:xfrm>
            <a:off x="5671640" y="3899883"/>
            <a:ext cx="403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tf</a:t>
            </a:r>
            <a:endParaRPr lang="de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31F43E-B6C2-4278-5B84-92D970D8BAA6}"/>
              </a:ext>
            </a:extLst>
          </p:cNvPr>
          <p:cNvSpPr txBox="1"/>
          <p:nvPr/>
        </p:nvSpPr>
        <p:spPr>
          <a:xfrm>
            <a:off x="6546238" y="2207803"/>
            <a:ext cx="711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map</a:t>
            </a:r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DF42CA-409B-549C-34E2-9FBBBADED84D}"/>
              </a:ext>
            </a:extLst>
          </p:cNvPr>
          <p:cNvSpPr txBox="1"/>
          <p:nvPr/>
        </p:nvSpPr>
        <p:spPr>
          <a:xfrm>
            <a:off x="5483601" y="4982614"/>
            <a:ext cx="829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odom</a:t>
            </a:r>
            <a:endParaRPr lang="de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5C600-9D2D-9ED2-7708-7744AC5B6758}"/>
              </a:ext>
            </a:extLst>
          </p:cNvPr>
          <p:cNvSpPr txBox="1"/>
          <p:nvPr/>
        </p:nvSpPr>
        <p:spPr>
          <a:xfrm>
            <a:off x="6529888" y="5516758"/>
            <a:ext cx="744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/initial</a:t>
            </a:r>
          </a:p>
          <a:p>
            <a:pPr algn="ctr"/>
            <a:r>
              <a:rPr lang="de-DE" sz="1600" dirty="0" err="1"/>
              <a:t>pose</a:t>
            </a:r>
            <a:endParaRPr lang="de-DE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CDFEE55-8285-DADD-5B53-B4BEB29C925B}"/>
              </a:ext>
            </a:extLst>
          </p:cNvPr>
          <p:cNvSpPr/>
          <p:nvPr/>
        </p:nvSpPr>
        <p:spPr>
          <a:xfrm>
            <a:off x="8055033" y="3627349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90FEDA-D5AE-75CB-16D0-946F98E1B539}"/>
              </a:ext>
            </a:extLst>
          </p:cNvPr>
          <p:cNvSpPr txBox="1"/>
          <p:nvPr/>
        </p:nvSpPr>
        <p:spPr>
          <a:xfrm>
            <a:off x="8156526" y="3899883"/>
            <a:ext cx="74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amcl</a:t>
            </a:r>
            <a:endParaRPr lang="de-DE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CE004C8-CD47-28AB-7AB8-8F19AD01DCF8}"/>
              </a:ext>
            </a:extLst>
          </p:cNvPr>
          <p:cNvSpPr/>
          <p:nvPr/>
        </p:nvSpPr>
        <p:spPr>
          <a:xfrm>
            <a:off x="10422481" y="3627349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87CE6BE-D878-A58D-3996-534F833918EF}"/>
              </a:ext>
            </a:extLst>
          </p:cNvPr>
          <p:cNvSpPr/>
          <p:nvPr/>
        </p:nvSpPr>
        <p:spPr>
          <a:xfrm>
            <a:off x="10422481" y="4710080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71BFE9B-F14B-41FA-8101-F050D515499C}"/>
              </a:ext>
            </a:extLst>
          </p:cNvPr>
          <p:cNvSpPr/>
          <p:nvPr/>
        </p:nvSpPr>
        <p:spPr>
          <a:xfrm>
            <a:off x="10422481" y="2544618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A10005-EE95-9251-7712-017D7F243485}"/>
              </a:ext>
            </a:extLst>
          </p:cNvPr>
          <p:cNvSpPr txBox="1"/>
          <p:nvPr/>
        </p:nvSpPr>
        <p:spPr>
          <a:xfrm>
            <a:off x="10517571" y="2718123"/>
            <a:ext cx="684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/</a:t>
            </a:r>
            <a:r>
              <a:rPr lang="de-DE" sz="1600" dirty="0" err="1"/>
              <a:t>amcl</a:t>
            </a:r>
            <a:endParaRPr lang="de-DE" sz="1600" dirty="0"/>
          </a:p>
          <a:p>
            <a:pPr algn="ctr"/>
            <a:r>
              <a:rPr lang="de-DE" sz="1600" dirty="0" err="1"/>
              <a:t>pose</a:t>
            </a:r>
            <a:endParaRPr lang="de-D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EE424D-D00C-42BD-C161-BAF5EB4F4591}"/>
              </a:ext>
            </a:extLst>
          </p:cNvPr>
          <p:cNvSpPr txBox="1"/>
          <p:nvPr/>
        </p:nvSpPr>
        <p:spPr>
          <a:xfrm>
            <a:off x="10652894" y="3899883"/>
            <a:ext cx="403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/</a:t>
            </a:r>
            <a:r>
              <a:rPr lang="de-DE" dirty="0" err="1"/>
              <a:t>tf</a:t>
            </a:r>
            <a:endParaRPr lang="de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40BE6A-D64E-4308-3135-B7BC473DBF00}"/>
              </a:ext>
            </a:extLst>
          </p:cNvPr>
          <p:cNvSpPr txBox="1"/>
          <p:nvPr/>
        </p:nvSpPr>
        <p:spPr>
          <a:xfrm>
            <a:off x="10415643" y="4874892"/>
            <a:ext cx="928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/</a:t>
            </a:r>
            <a:r>
              <a:rPr lang="de-DE" sz="1600" dirty="0" err="1"/>
              <a:t>particle</a:t>
            </a:r>
            <a:endParaRPr lang="de-DE" sz="1600" dirty="0"/>
          </a:p>
          <a:p>
            <a:pPr algn="ctr"/>
            <a:r>
              <a:rPr lang="de-DE" sz="1600" dirty="0" err="1"/>
              <a:t>cloud</a:t>
            </a:r>
            <a:endParaRPr lang="de-DE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960CF5C-775D-B68A-868B-FD2554405988}"/>
              </a:ext>
            </a:extLst>
          </p:cNvPr>
          <p:cNvCxnSpPr>
            <a:cxnSpLocks/>
            <a:stCxn id="13" idx="5"/>
            <a:endCxn id="20" idx="1"/>
          </p:cNvCxnSpPr>
          <p:nvPr/>
        </p:nvCxnSpPr>
        <p:spPr>
          <a:xfrm>
            <a:off x="7225234" y="2715758"/>
            <a:ext cx="963710" cy="1045502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865EA15-1541-4787-3F3D-8129AFC3640E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7257651" y="4407838"/>
            <a:ext cx="931293" cy="110892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0AC0D08-A2DA-D418-107A-4472DCA06524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6355627" y="3001818"/>
            <a:ext cx="1768559" cy="898065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5A78DA7-F0D0-2DED-E00A-051FE23409FE}"/>
              </a:ext>
            </a:extLst>
          </p:cNvPr>
          <p:cNvCxnSpPr>
            <a:cxnSpLocks/>
            <a:stCxn id="3" idx="6"/>
            <a:endCxn id="20" idx="2"/>
          </p:cNvCxnSpPr>
          <p:nvPr/>
        </p:nvCxnSpPr>
        <p:spPr>
          <a:xfrm>
            <a:off x="6355627" y="4084549"/>
            <a:ext cx="1699406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4B8DF8D-D556-1824-5371-994763A24E61}"/>
              </a:ext>
            </a:extLst>
          </p:cNvPr>
          <p:cNvCxnSpPr>
            <a:cxnSpLocks/>
            <a:stCxn id="7" idx="6"/>
          </p:cNvCxnSpPr>
          <p:nvPr/>
        </p:nvCxnSpPr>
        <p:spPr>
          <a:xfrm flipV="1">
            <a:off x="6355627" y="4249362"/>
            <a:ext cx="1705809" cy="917918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F520C11-BEA0-5DBB-8624-7E65F56FA3AD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8969433" y="4084549"/>
            <a:ext cx="1453048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AB653C8-8934-E72F-6756-2E63DE2BCD67}"/>
              </a:ext>
            </a:extLst>
          </p:cNvPr>
          <p:cNvCxnSpPr>
            <a:cxnSpLocks/>
            <a:stCxn id="20" idx="6"/>
            <a:endCxn id="24" idx="2"/>
          </p:cNvCxnSpPr>
          <p:nvPr/>
        </p:nvCxnSpPr>
        <p:spPr>
          <a:xfrm flipV="1">
            <a:off x="8969433" y="3001818"/>
            <a:ext cx="1453048" cy="1082731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157046D-40F4-2062-8DA3-0D32970F3E36}"/>
              </a:ext>
            </a:extLst>
          </p:cNvPr>
          <p:cNvCxnSpPr>
            <a:cxnSpLocks/>
            <a:stCxn id="20" idx="6"/>
            <a:endCxn id="27" idx="1"/>
          </p:cNvCxnSpPr>
          <p:nvPr/>
        </p:nvCxnSpPr>
        <p:spPr>
          <a:xfrm>
            <a:off x="8969433" y="4084549"/>
            <a:ext cx="1446210" cy="1082731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05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A41B0-4876-C398-652F-41D8C8E7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314EAFD-D12E-2C0E-B9A8-07B406A38F46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Adaptive Monte Carlo </a:t>
            </a:r>
            <a:r>
              <a:rPr lang="de-DE" dirty="0" err="1">
                <a:solidFill>
                  <a:srgbClr val="36488A"/>
                </a:solidFill>
              </a:rPr>
              <a:t>Localization</a:t>
            </a:r>
            <a:endParaRPr lang="de-DE" dirty="0">
              <a:solidFill>
                <a:srgbClr val="36488A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F42D2B-728F-ED54-42BF-7D17161D25E6}"/>
              </a:ext>
            </a:extLst>
          </p:cNvPr>
          <p:cNvSpPr/>
          <p:nvPr/>
        </p:nvSpPr>
        <p:spPr>
          <a:xfrm>
            <a:off x="1831919" y="3716008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000FF9-E56A-1E8A-818C-4E3EB5113956}"/>
              </a:ext>
            </a:extLst>
          </p:cNvPr>
          <p:cNvSpPr txBox="1"/>
          <p:nvPr/>
        </p:nvSpPr>
        <p:spPr>
          <a:xfrm>
            <a:off x="1849596" y="3857163"/>
            <a:ext cx="213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Extract Movement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74F5C73-E626-D098-EA08-352E0C3FB1B9}"/>
              </a:ext>
            </a:extLst>
          </p:cNvPr>
          <p:cNvSpPr/>
          <p:nvPr/>
        </p:nvSpPr>
        <p:spPr>
          <a:xfrm>
            <a:off x="4328126" y="3716008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8C82B9-5AB9-C067-1B68-D203E5D376BE}"/>
              </a:ext>
            </a:extLst>
          </p:cNvPr>
          <p:cNvSpPr txBox="1"/>
          <p:nvPr/>
        </p:nvSpPr>
        <p:spPr>
          <a:xfrm>
            <a:off x="4345803" y="3857163"/>
            <a:ext cx="213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Add Random Noise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9047BC1-665E-E597-36EC-29AF930B78A9}"/>
              </a:ext>
            </a:extLst>
          </p:cNvPr>
          <p:cNvSpPr/>
          <p:nvPr/>
        </p:nvSpPr>
        <p:spPr>
          <a:xfrm>
            <a:off x="6824333" y="3716008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FA45AC-7AEE-478D-5BF2-C621369C7B1F}"/>
              </a:ext>
            </a:extLst>
          </p:cNvPr>
          <p:cNvSpPr txBox="1"/>
          <p:nvPr/>
        </p:nvSpPr>
        <p:spPr>
          <a:xfrm>
            <a:off x="6842010" y="3857163"/>
            <a:ext cx="213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Update </a:t>
            </a:r>
            <a:r>
              <a:rPr lang="de-DE" dirty="0" err="1"/>
              <a:t>Particles</a:t>
            </a:r>
            <a:endParaRPr lang="de-DE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7B65B91-1F36-95AF-7765-FC1BDAE2FFB7}"/>
              </a:ext>
            </a:extLst>
          </p:cNvPr>
          <p:cNvSpPr/>
          <p:nvPr/>
        </p:nvSpPr>
        <p:spPr>
          <a:xfrm>
            <a:off x="739907" y="2457763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0392BED-FE2D-25DF-F75F-8822AFDD5A76}"/>
              </a:ext>
            </a:extLst>
          </p:cNvPr>
          <p:cNvSpPr/>
          <p:nvPr/>
        </p:nvSpPr>
        <p:spPr>
          <a:xfrm>
            <a:off x="748747" y="5182736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728A7-E346-0E98-ADBF-6172661C298F}"/>
              </a:ext>
            </a:extLst>
          </p:cNvPr>
          <p:cNvSpPr txBox="1"/>
          <p:nvPr/>
        </p:nvSpPr>
        <p:spPr>
          <a:xfrm>
            <a:off x="748745" y="2598918"/>
            <a:ext cx="213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Receive</a:t>
            </a:r>
            <a:r>
              <a:rPr lang="de-DE" dirty="0"/>
              <a:t> </a:t>
            </a:r>
            <a:r>
              <a:rPr lang="de-DE" dirty="0" err="1"/>
              <a:t>Map</a:t>
            </a:r>
            <a:endParaRPr lang="de-DE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46C60D5-F16A-1765-9CAE-B59822C1AFF1}"/>
              </a:ext>
            </a:extLst>
          </p:cNvPr>
          <p:cNvSpPr/>
          <p:nvPr/>
        </p:nvSpPr>
        <p:spPr>
          <a:xfrm>
            <a:off x="3253792" y="2457763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6C27A-B057-3510-9C1D-3D06E942D579}"/>
              </a:ext>
            </a:extLst>
          </p:cNvPr>
          <p:cNvSpPr txBox="1"/>
          <p:nvPr/>
        </p:nvSpPr>
        <p:spPr>
          <a:xfrm>
            <a:off x="3262630" y="2598918"/>
            <a:ext cx="213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Simulate</a:t>
            </a:r>
            <a:r>
              <a:rPr lang="de-DE" dirty="0"/>
              <a:t> Laser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CA1744-BF7C-F7E0-A2F7-CA5C6E9E0448}"/>
              </a:ext>
            </a:extLst>
          </p:cNvPr>
          <p:cNvCxnSpPr>
            <a:cxnSpLocks/>
            <a:stCxn id="12" idx="3"/>
            <a:endCxn id="37" idx="1"/>
          </p:cNvCxnSpPr>
          <p:nvPr/>
        </p:nvCxnSpPr>
        <p:spPr>
          <a:xfrm>
            <a:off x="3980585" y="4041829"/>
            <a:ext cx="347541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BD8306-8224-2C1F-0D4E-97B5C8B2F714}"/>
              </a:ext>
            </a:extLst>
          </p:cNvPr>
          <p:cNvCxnSpPr>
            <a:cxnSpLocks/>
          </p:cNvCxnSpPr>
          <p:nvPr/>
        </p:nvCxnSpPr>
        <p:spPr>
          <a:xfrm>
            <a:off x="6459115" y="4046623"/>
            <a:ext cx="365218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03AD6E-31FE-59AA-992D-3E99B33BB5DA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888574" y="2783584"/>
            <a:ext cx="365218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8DCD8A7-7DAE-88E2-FA4E-5112AF2CDF88}"/>
              </a:ext>
            </a:extLst>
          </p:cNvPr>
          <p:cNvSpPr/>
          <p:nvPr/>
        </p:nvSpPr>
        <p:spPr>
          <a:xfrm>
            <a:off x="5732321" y="2457763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B187EC-5904-93DA-3F63-1015F4528D96}"/>
              </a:ext>
            </a:extLst>
          </p:cNvPr>
          <p:cNvSpPr txBox="1"/>
          <p:nvPr/>
        </p:nvSpPr>
        <p:spPr>
          <a:xfrm>
            <a:off x="5741160" y="2486401"/>
            <a:ext cx="2130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Compare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Real Scan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B0C05A-AB78-13AD-35C8-B51E8513004F}"/>
              </a:ext>
            </a:extLst>
          </p:cNvPr>
          <p:cNvCxnSpPr>
            <a:cxnSpLocks/>
            <a:stCxn id="6" idx="3"/>
            <a:endCxn id="21" idx="1"/>
          </p:cNvCxnSpPr>
          <p:nvPr/>
        </p:nvCxnSpPr>
        <p:spPr>
          <a:xfrm>
            <a:off x="5402459" y="2783584"/>
            <a:ext cx="329862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A1F2BA0-AD88-A0B0-789E-C56C5826EC6C}"/>
              </a:ext>
            </a:extLst>
          </p:cNvPr>
          <p:cNvSpPr/>
          <p:nvPr/>
        </p:nvSpPr>
        <p:spPr>
          <a:xfrm>
            <a:off x="8211410" y="2453838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EB5F74-2625-F7D0-F234-B083C88C0B88}"/>
              </a:ext>
            </a:extLst>
          </p:cNvPr>
          <p:cNvSpPr txBox="1"/>
          <p:nvPr/>
        </p:nvSpPr>
        <p:spPr>
          <a:xfrm>
            <a:off x="8220249" y="2610382"/>
            <a:ext cx="2130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Scores </a:t>
            </a:r>
            <a:r>
              <a:rPr lang="de-DE" sz="1600" dirty="0" err="1"/>
              <a:t>each</a:t>
            </a:r>
            <a:r>
              <a:rPr lang="de-DE" sz="1600" dirty="0"/>
              <a:t> </a:t>
            </a:r>
            <a:r>
              <a:rPr lang="de-DE" sz="1600" dirty="0" err="1"/>
              <a:t>Particle</a:t>
            </a:r>
            <a:endParaRPr lang="de-DE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381618-53DA-8E71-635B-11D7DBE5A450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7881548" y="2779659"/>
            <a:ext cx="329862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0F99BC0-BF4E-E2E8-AC61-4D8549016ACF}"/>
              </a:ext>
            </a:extLst>
          </p:cNvPr>
          <p:cNvSpPr txBox="1"/>
          <p:nvPr/>
        </p:nvSpPr>
        <p:spPr>
          <a:xfrm>
            <a:off x="757585" y="5216168"/>
            <a:ext cx="2130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Cloud </a:t>
            </a:r>
            <a:r>
              <a:rPr lang="de-DE" sz="1600" dirty="0" err="1"/>
              <a:t>of</a:t>
            </a:r>
            <a:r>
              <a:rPr lang="de-DE" sz="1600" dirty="0"/>
              <a:t> possible </a:t>
            </a:r>
            <a:r>
              <a:rPr lang="de-DE" sz="1600" dirty="0" err="1"/>
              <a:t>Poses</a:t>
            </a:r>
            <a:endParaRPr lang="de-DE" sz="1600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58A85FE-397B-F587-1A19-78D0CD0A98A7}"/>
              </a:ext>
            </a:extLst>
          </p:cNvPr>
          <p:cNvSpPr/>
          <p:nvPr/>
        </p:nvSpPr>
        <p:spPr>
          <a:xfrm>
            <a:off x="3253792" y="5182736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BED779-BB8E-92D6-A674-F48D9AA88559}"/>
              </a:ext>
            </a:extLst>
          </p:cNvPr>
          <p:cNvSpPr txBox="1"/>
          <p:nvPr/>
        </p:nvSpPr>
        <p:spPr>
          <a:xfrm>
            <a:off x="3262630" y="5216168"/>
            <a:ext cx="2130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Refine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motion</a:t>
            </a:r>
            <a:r>
              <a:rPr lang="de-DE" sz="1600" dirty="0"/>
              <a:t> + </a:t>
            </a:r>
            <a:r>
              <a:rPr lang="de-DE" sz="1600" dirty="0" err="1"/>
              <a:t>sensor</a:t>
            </a:r>
            <a:r>
              <a:rPr lang="de-DE" sz="1600" dirty="0"/>
              <a:t> </a:t>
            </a:r>
            <a:r>
              <a:rPr lang="de-DE" sz="1600" dirty="0" err="1"/>
              <a:t>data</a:t>
            </a:r>
            <a:endParaRPr lang="de-DE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41051A-AED7-F9B3-5384-5DF9CAEDBE50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2888574" y="5508556"/>
            <a:ext cx="365218" cy="1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0E924AC-26BE-C8B9-2776-953A88000D8F}"/>
              </a:ext>
            </a:extLst>
          </p:cNvPr>
          <p:cNvSpPr/>
          <p:nvPr/>
        </p:nvSpPr>
        <p:spPr>
          <a:xfrm>
            <a:off x="5776515" y="5187531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7FBF25-4C02-7175-C24D-B9B55D9CC6BD}"/>
              </a:ext>
            </a:extLst>
          </p:cNvPr>
          <p:cNvSpPr txBox="1"/>
          <p:nvPr/>
        </p:nvSpPr>
        <p:spPr>
          <a:xfrm>
            <a:off x="5785353" y="5220963"/>
            <a:ext cx="2130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Publish Pose and </a:t>
            </a:r>
            <a:r>
              <a:rPr lang="de-DE" sz="1600" dirty="0" err="1"/>
              <a:t>particle</a:t>
            </a:r>
            <a:r>
              <a:rPr lang="de-DE" sz="1600" dirty="0"/>
              <a:t> </a:t>
            </a:r>
            <a:r>
              <a:rPr lang="de-DE" sz="1600" dirty="0" err="1"/>
              <a:t>cloud</a:t>
            </a:r>
            <a:endParaRPr lang="de-DE" sz="1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19E09DA-06D9-99F4-45DF-166EABA93050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411297" y="5513351"/>
            <a:ext cx="365218" cy="1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0F3D49C-C712-A002-9425-EA6865A7B3B1}"/>
              </a:ext>
            </a:extLst>
          </p:cNvPr>
          <p:cNvSpPr txBox="1"/>
          <p:nvPr/>
        </p:nvSpPr>
        <p:spPr>
          <a:xfrm>
            <a:off x="4383242" y="3250560"/>
            <a:ext cx="2075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dirty="0"/>
              <a:t>Motion Update: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8AABC6-27D6-9E55-379F-4887C7C4A49F}"/>
              </a:ext>
            </a:extLst>
          </p:cNvPr>
          <p:cNvSpPr txBox="1"/>
          <p:nvPr/>
        </p:nvSpPr>
        <p:spPr>
          <a:xfrm>
            <a:off x="4363480" y="1910857"/>
            <a:ext cx="2113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dirty="0"/>
              <a:t>Sensor Update: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3E773F-459F-4A0F-3507-8B13AA4C2AFC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432018" y="3105480"/>
            <a:ext cx="474235" cy="610528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F94E865-78B8-8E0A-79E5-FC96683F7B8E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7898667" y="3109405"/>
            <a:ext cx="808240" cy="606603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B6CCB91-1A09-5EC9-B874-D55B31C9A562}"/>
              </a:ext>
            </a:extLst>
          </p:cNvPr>
          <p:cNvSpPr txBox="1"/>
          <p:nvPr/>
        </p:nvSpPr>
        <p:spPr>
          <a:xfrm>
            <a:off x="739907" y="4681739"/>
            <a:ext cx="1812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486777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B0375-9E8A-C122-9F0B-4920CC4A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F359A44-3B16-54BE-886B-1A04D2E7F535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Adaptive Monte Carlo </a:t>
            </a:r>
            <a:r>
              <a:rPr lang="de-DE" dirty="0" err="1">
                <a:solidFill>
                  <a:srgbClr val="36488A"/>
                </a:solidFill>
              </a:rPr>
              <a:t>Localization</a:t>
            </a:r>
            <a:endParaRPr lang="de-DE" dirty="0">
              <a:solidFill>
                <a:srgbClr val="36488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9B885-AA2B-9040-297E-1893A0E59B91}"/>
              </a:ext>
            </a:extLst>
          </p:cNvPr>
          <p:cNvSpPr txBox="1"/>
          <p:nvPr/>
        </p:nvSpPr>
        <p:spPr>
          <a:xfrm>
            <a:off x="748748" y="2484266"/>
            <a:ext cx="6098058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laser_model_type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likelihood_field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20B5D0-69B6-BD28-4210-C896681E6892}"/>
              </a:ext>
            </a:extLst>
          </p:cNvPr>
          <p:cNvSpPr txBox="1"/>
          <p:nvPr/>
        </p:nvSpPr>
        <p:spPr>
          <a:xfrm>
            <a:off x="748748" y="3089408"/>
            <a:ext cx="6098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alpha1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0.2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alpha2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0.2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alpha3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0.2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alpha4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0.2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alpha5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0.2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4A7FD1-C0B9-EBF7-643B-48446075089B}"/>
              </a:ext>
            </a:extLst>
          </p:cNvPr>
          <p:cNvSpPr txBox="1"/>
          <p:nvPr/>
        </p:nvSpPr>
        <p:spPr>
          <a:xfrm>
            <a:off x="748748" y="4989443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max_beams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60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max_particles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2000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min_particles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500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325B34-2E42-47B0-05A7-4A05F9D7E6B6}"/>
              </a:ext>
            </a:extLst>
          </p:cNvPr>
          <p:cNvSpPr txBox="1"/>
          <p:nvPr/>
        </p:nvSpPr>
        <p:spPr>
          <a:xfrm>
            <a:off x="5345194" y="3190064"/>
            <a:ext cx="6098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beam_skip_distance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0.5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beam_skip_error_threshold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0.9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beam_skip_threshold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0.3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do_beamskip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false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AB1FCF-3F5B-B388-E3CA-706A32C873CC}"/>
              </a:ext>
            </a:extLst>
          </p:cNvPr>
          <p:cNvSpPr txBox="1"/>
          <p:nvPr/>
        </p:nvSpPr>
        <p:spPr>
          <a:xfrm>
            <a:off x="5345194" y="4989443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z_hit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0.5</a:t>
            </a:r>
          </a:p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z_rand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0.5</a:t>
            </a:r>
          </a:p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sigma_hit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0.2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036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0497B-5F79-035A-FECB-03E68A2E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C2DDCB9-50EC-0FE0-73A0-246685301CFD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17613D-D3FF-1AE3-6A11-5728F1BF8A9A}"/>
              </a:ext>
            </a:extLst>
          </p:cNvPr>
          <p:cNvSpPr txBox="1"/>
          <p:nvPr/>
        </p:nvSpPr>
        <p:spPr>
          <a:xfrm>
            <a:off x="748748" y="1997839"/>
            <a:ext cx="711509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planner_server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ros</a:t>
            </a:r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__parameters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expected_planner_frequency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20.0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use_sim_time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planner_plugins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["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GridBased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"]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GridBased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nav2_smac_planner/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SmacPlannerHybrid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smooth_path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motion_model_for_search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REEDS_SHEPP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”</a:t>
            </a:r>
          </a:p>
          <a:p>
            <a:pPr lvl="2"/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angle_quantization_bins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72</a:t>
            </a:r>
          </a:p>
          <a:p>
            <a:pPr lvl="2"/>
            <a:r>
              <a:rPr lang="en-US" dirty="0">
                <a:solidFill>
                  <a:srgbClr val="4A69C7"/>
                </a:solidFill>
                <a:latin typeface="Menlo" panose="020B0609030804020204" pitchFamily="49" charset="0"/>
              </a:rPr>
              <a:t>...</a:t>
            </a:r>
            <a:endParaRPr lang="en-US" b="0" dirty="0">
              <a:solidFill>
                <a:srgbClr val="4A69C7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516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53079-B30B-7F22-F6E2-AB1E4448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548F9-130E-7213-1415-30D3D1CF3A75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0FCCF-12C2-15CA-F2A5-F5C12D3DCA35}"/>
              </a:ext>
            </a:extLst>
          </p:cNvPr>
          <p:cNvSpPr txBox="1">
            <a:spLocks/>
          </p:cNvSpPr>
          <p:nvPr/>
        </p:nvSpPr>
        <p:spPr>
          <a:xfrm>
            <a:off x="748747" y="1868558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>
                <a:solidFill>
                  <a:srgbClr val="36488A"/>
                </a:solidFill>
              </a:rPr>
              <a:t>SmacPlannerHybrid</a:t>
            </a:r>
            <a:endParaRPr lang="de-DE" sz="3000" dirty="0">
              <a:solidFill>
                <a:srgbClr val="3648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D32F9-F91D-060F-6B00-F18C13660033}"/>
              </a:ext>
            </a:extLst>
          </p:cNvPr>
          <p:cNvSpPr txBox="1"/>
          <p:nvPr/>
        </p:nvSpPr>
        <p:spPr>
          <a:xfrm>
            <a:off x="748745" y="2873170"/>
            <a:ext cx="77634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Accounts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motion</a:t>
            </a:r>
            <a:r>
              <a:rPr lang="de-DE" sz="2000" dirty="0"/>
              <a:t> </a:t>
            </a:r>
            <a:r>
              <a:rPr lang="de-DE" sz="2000" dirty="0" err="1"/>
              <a:t>constraints</a:t>
            </a:r>
            <a:r>
              <a:rPr lang="de-DE" sz="2000" dirty="0"/>
              <a:t> / a </a:t>
            </a:r>
            <a:r>
              <a:rPr lang="de-DE" sz="2000" dirty="0" err="1"/>
              <a:t>kinematics</a:t>
            </a:r>
            <a:r>
              <a:rPr lang="de-DE" sz="2000" dirty="0"/>
              <a:t>-aware </a:t>
            </a:r>
            <a:r>
              <a:rPr lang="de-DE" sz="2000" dirty="0" err="1"/>
              <a:t>planner</a:t>
            </a:r>
            <a:r>
              <a:rPr lang="de-DE" sz="20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ECFF48-E126-E4D3-F424-11CE6EF37ABB}"/>
              </a:ext>
            </a:extLst>
          </p:cNvPr>
          <p:cNvSpPr txBox="1"/>
          <p:nvPr/>
        </p:nvSpPr>
        <p:spPr>
          <a:xfrm>
            <a:off x="748745" y="3579405"/>
            <a:ext cx="77634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A </a:t>
            </a:r>
            <a:r>
              <a:rPr lang="de-DE" sz="2000" dirty="0" err="1"/>
              <a:t>grid-based</a:t>
            </a:r>
            <a:r>
              <a:rPr lang="de-DE" sz="2000" dirty="0"/>
              <a:t> A* but </a:t>
            </a:r>
            <a:r>
              <a:rPr lang="de-DE" sz="2000" dirty="0" err="1"/>
              <a:t>with</a:t>
            </a:r>
            <a:r>
              <a:rPr lang="de-DE" sz="2000" dirty="0"/>
              <a:t> (x, </a:t>
            </a:r>
            <a:r>
              <a:rPr lang="de-DE" sz="2000" dirty="0" err="1"/>
              <a:t>y</a:t>
            </a:r>
            <a:r>
              <a:rPr lang="de-DE" sz="2000" dirty="0"/>
              <a:t>, </a:t>
            </a:r>
            <a:r>
              <a:rPr lang="el-G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θ</a:t>
            </a:r>
            <a:r>
              <a:rPr lang="de-DE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-&gt; Position and Orientation </a:t>
            </a:r>
            <a:endParaRPr lang="de-DE" sz="20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AD52DF-8D84-2D7B-8867-6E9322155F41}"/>
              </a:ext>
            </a:extLst>
          </p:cNvPr>
          <p:cNvSpPr/>
          <p:nvPr/>
        </p:nvSpPr>
        <p:spPr>
          <a:xfrm>
            <a:off x="748745" y="4277892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4542F-05BE-65CC-127E-13EC0EE4D5DA}"/>
              </a:ext>
            </a:extLst>
          </p:cNvPr>
          <p:cNvSpPr txBox="1"/>
          <p:nvPr/>
        </p:nvSpPr>
        <p:spPr>
          <a:xfrm>
            <a:off x="757583" y="4419047"/>
            <a:ext cx="213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costmap</a:t>
            </a:r>
            <a:endParaRPr lang="de-DE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1868BE-914C-8D9F-5177-837BF24ED64E}"/>
              </a:ext>
            </a:extLst>
          </p:cNvPr>
          <p:cNvSpPr/>
          <p:nvPr/>
        </p:nvSpPr>
        <p:spPr>
          <a:xfrm>
            <a:off x="3262630" y="4277892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41110-C9F5-1F22-A081-D3B2DBEE6463}"/>
              </a:ext>
            </a:extLst>
          </p:cNvPr>
          <p:cNvSpPr txBox="1"/>
          <p:nvPr/>
        </p:nvSpPr>
        <p:spPr>
          <a:xfrm>
            <a:off x="3271468" y="4306530"/>
            <a:ext cx="2130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Sets </a:t>
            </a:r>
            <a:r>
              <a:rPr lang="de-DE" sz="1600" dirty="0" err="1"/>
              <a:t>up</a:t>
            </a:r>
            <a:r>
              <a:rPr lang="de-DE" sz="1600" dirty="0"/>
              <a:t> </a:t>
            </a:r>
            <a:r>
              <a:rPr lang="de-DE" sz="1600" dirty="0" err="1"/>
              <a:t>start</a:t>
            </a:r>
            <a:r>
              <a:rPr lang="de-DE" sz="1600" dirty="0"/>
              <a:t> and </a:t>
            </a:r>
            <a:r>
              <a:rPr lang="de-DE" sz="1600" dirty="0" err="1"/>
              <a:t>goal</a:t>
            </a:r>
            <a:r>
              <a:rPr lang="de-DE" sz="1600" dirty="0"/>
              <a:t> </a:t>
            </a:r>
            <a:r>
              <a:rPr lang="de-DE" sz="1600" dirty="0" err="1"/>
              <a:t>nodes</a:t>
            </a:r>
            <a:endParaRPr lang="de-DE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EC56E3-5CD2-7CDF-5EBD-641EA90C9DA6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2897412" y="4603713"/>
            <a:ext cx="365218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130FE06-1A5E-640D-C118-F5133DE68D21}"/>
              </a:ext>
            </a:extLst>
          </p:cNvPr>
          <p:cNvSpPr/>
          <p:nvPr/>
        </p:nvSpPr>
        <p:spPr>
          <a:xfrm>
            <a:off x="8220248" y="4273967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B42133-3E83-A609-4C7E-859C57E67B65}"/>
              </a:ext>
            </a:extLst>
          </p:cNvPr>
          <p:cNvSpPr txBox="1"/>
          <p:nvPr/>
        </p:nvSpPr>
        <p:spPr>
          <a:xfrm>
            <a:off x="8229087" y="4318830"/>
            <a:ext cx="2130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Collision_checker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avoid</a:t>
            </a:r>
            <a:r>
              <a:rPr lang="de-DE" sz="1600" dirty="0"/>
              <a:t> </a:t>
            </a:r>
            <a:r>
              <a:rPr lang="de-DE" sz="1600" dirty="0" err="1"/>
              <a:t>obstacles</a:t>
            </a:r>
            <a:endParaRPr lang="de-DE" sz="16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F2B19D-E9BD-FB61-9119-E001DC15D2A8}"/>
              </a:ext>
            </a:extLst>
          </p:cNvPr>
          <p:cNvGrpSpPr/>
          <p:nvPr/>
        </p:nvGrpSpPr>
        <p:grpSpPr>
          <a:xfrm>
            <a:off x="5411297" y="4277892"/>
            <a:ext cx="2808951" cy="651642"/>
            <a:chOff x="5411297" y="4277892"/>
            <a:chExt cx="2808951" cy="651642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A550280-1A03-C11D-3B5D-834E40AC5CC3}"/>
                </a:ext>
              </a:extLst>
            </p:cNvPr>
            <p:cNvSpPr/>
            <p:nvPr/>
          </p:nvSpPr>
          <p:spPr>
            <a:xfrm>
              <a:off x="5741159" y="4277892"/>
              <a:ext cx="2148667" cy="651642"/>
            </a:xfrm>
            <a:prstGeom prst="roundRect">
              <a:avLst/>
            </a:prstGeom>
            <a:noFill/>
            <a:ln w="38100">
              <a:solidFill>
                <a:srgbClr val="36488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4FBB53-1CC8-AE64-0CAC-C96973B8E97E}"/>
                </a:ext>
              </a:extLst>
            </p:cNvPr>
            <p:cNvSpPr txBox="1"/>
            <p:nvPr/>
          </p:nvSpPr>
          <p:spPr>
            <a:xfrm>
              <a:off x="5749998" y="4419047"/>
              <a:ext cx="21309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Runs Hybrid-A*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65B97EF-F8A0-B413-29E2-3FAEBB061414}"/>
                </a:ext>
              </a:extLst>
            </p:cNvPr>
            <p:cNvCxnSpPr>
              <a:cxnSpLocks/>
              <a:stCxn id="11" idx="3"/>
              <a:endCxn id="14" idx="1"/>
            </p:cNvCxnSpPr>
            <p:nvPr/>
          </p:nvCxnSpPr>
          <p:spPr>
            <a:xfrm>
              <a:off x="5411297" y="4603713"/>
              <a:ext cx="329862" cy="0"/>
            </a:xfrm>
            <a:prstGeom prst="straightConnector1">
              <a:avLst/>
            </a:prstGeom>
            <a:ln w="28575">
              <a:solidFill>
                <a:srgbClr val="36488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45FDAAE-2C73-1FE0-4B98-44CF7A9E840F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7890386" y="4599788"/>
              <a:ext cx="329862" cy="0"/>
            </a:xfrm>
            <a:prstGeom prst="straightConnector1">
              <a:avLst/>
            </a:prstGeom>
            <a:ln w="28575">
              <a:solidFill>
                <a:srgbClr val="36488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B9CFCF6-9F2C-D30E-F731-766B5D9F379C}"/>
              </a:ext>
            </a:extLst>
          </p:cNvPr>
          <p:cNvSpPr/>
          <p:nvPr/>
        </p:nvSpPr>
        <p:spPr>
          <a:xfrm>
            <a:off x="2280320" y="5342412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A9871-0F5F-172E-202B-4E4EEC03B325}"/>
              </a:ext>
            </a:extLst>
          </p:cNvPr>
          <p:cNvSpPr txBox="1"/>
          <p:nvPr/>
        </p:nvSpPr>
        <p:spPr>
          <a:xfrm>
            <a:off x="2297998" y="5483566"/>
            <a:ext cx="213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Applies</a:t>
            </a:r>
            <a:r>
              <a:rPr lang="de-DE" dirty="0"/>
              <a:t> smoother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65BD50-CD0E-76FE-25FD-70498B278BBE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950458" y="5668233"/>
            <a:ext cx="329862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9382957-A2C9-9682-6095-CBE6D1DEED5B}"/>
              </a:ext>
            </a:extLst>
          </p:cNvPr>
          <p:cNvSpPr/>
          <p:nvPr/>
        </p:nvSpPr>
        <p:spPr>
          <a:xfrm>
            <a:off x="4758849" y="5342412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2D3211-6E97-4403-10BC-76A19F9F93F6}"/>
              </a:ext>
            </a:extLst>
          </p:cNvPr>
          <p:cNvSpPr txBox="1"/>
          <p:nvPr/>
        </p:nvSpPr>
        <p:spPr>
          <a:xfrm>
            <a:off x="4767687" y="5375844"/>
            <a:ext cx="21309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Returns </a:t>
            </a:r>
            <a:r>
              <a:rPr lang="de-DE" sz="1600" dirty="0" err="1"/>
              <a:t>as</a:t>
            </a:r>
            <a:r>
              <a:rPr lang="de-DE" sz="1600" dirty="0"/>
              <a:t> </a:t>
            </a:r>
            <a:r>
              <a:rPr lang="de-DE" sz="1600" dirty="0" err="1"/>
              <a:t>nav_msgs</a:t>
            </a:r>
            <a:r>
              <a:rPr lang="de-DE" sz="1600" dirty="0"/>
              <a:t>::</a:t>
            </a:r>
            <a:r>
              <a:rPr lang="de-DE" sz="1600" dirty="0" err="1"/>
              <a:t>msg</a:t>
            </a:r>
            <a:r>
              <a:rPr lang="de-DE" sz="1600" dirty="0"/>
              <a:t>::Path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5F6FD1-9BA3-DF5E-5A2A-1DEFB0C6D766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4428987" y="5668233"/>
            <a:ext cx="329862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613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DB8A9-EBD1-B926-2792-C5D56381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413AB3-93B1-75D1-5B49-25D3F0BA976A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E9DB71-F478-54C7-D5F2-FE5DEB3B4F24}"/>
              </a:ext>
            </a:extLst>
          </p:cNvPr>
          <p:cNvSpPr>
            <a:spLocks/>
          </p:cNvSpPr>
          <p:nvPr/>
        </p:nvSpPr>
        <p:spPr>
          <a:xfrm>
            <a:off x="8839200" y="518086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8D726E-5E08-C8D8-D619-8E2EABDED6F1}"/>
              </a:ext>
            </a:extLst>
          </p:cNvPr>
          <p:cNvSpPr>
            <a:spLocks/>
          </p:cNvSpPr>
          <p:nvPr/>
        </p:nvSpPr>
        <p:spPr>
          <a:xfrm>
            <a:off x="8839200" y="42608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AFDFB5-801D-9073-728E-751048C8B048}"/>
              </a:ext>
            </a:extLst>
          </p:cNvPr>
          <p:cNvSpPr>
            <a:spLocks/>
          </p:cNvSpPr>
          <p:nvPr/>
        </p:nvSpPr>
        <p:spPr>
          <a:xfrm>
            <a:off x="7010400" y="518086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14DC37-8E1E-2490-1DE5-655699E8B243}"/>
              </a:ext>
            </a:extLst>
          </p:cNvPr>
          <p:cNvSpPr>
            <a:spLocks/>
          </p:cNvSpPr>
          <p:nvPr/>
        </p:nvSpPr>
        <p:spPr>
          <a:xfrm>
            <a:off x="7010400" y="42608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ADABB0-542F-8D8B-88BE-453F90ABD299}"/>
              </a:ext>
            </a:extLst>
          </p:cNvPr>
          <p:cNvSpPr>
            <a:spLocks/>
          </p:cNvSpPr>
          <p:nvPr/>
        </p:nvSpPr>
        <p:spPr>
          <a:xfrm>
            <a:off x="8839200" y="334932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014C970-365A-B688-61D4-6303345D9921}"/>
              </a:ext>
            </a:extLst>
          </p:cNvPr>
          <p:cNvSpPr>
            <a:spLocks/>
          </p:cNvSpPr>
          <p:nvPr/>
        </p:nvSpPr>
        <p:spPr>
          <a:xfrm>
            <a:off x="7010400" y="334932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4C81C9-7358-7806-1253-9397ABA8DD04}"/>
              </a:ext>
            </a:extLst>
          </p:cNvPr>
          <p:cNvSpPr>
            <a:spLocks/>
          </p:cNvSpPr>
          <p:nvPr/>
        </p:nvSpPr>
        <p:spPr>
          <a:xfrm>
            <a:off x="7924800" y="334932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FF2E7E-4889-2C10-DCFF-CAF2EF07B1D7}"/>
              </a:ext>
            </a:extLst>
          </p:cNvPr>
          <p:cNvSpPr>
            <a:spLocks/>
          </p:cNvSpPr>
          <p:nvPr/>
        </p:nvSpPr>
        <p:spPr>
          <a:xfrm>
            <a:off x="7924800" y="518086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CCDD43-BEB4-009C-F11C-90EDC577F367}"/>
              </a:ext>
            </a:extLst>
          </p:cNvPr>
          <p:cNvSpPr>
            <a:spLocks/>
          </p:cNvSpPr>
          <p:nvPr/>
        </p:nvSpPr>
        <p:spPr>
          <a:xfrm>
            <a:off x="7924800" y="42608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06CFBE4-CF56-7328-82CB-142C370B2431}"/>
              </a:ext>
            </a:extLst>
          </p:cNvPr>
          <p:cNvSpPr>
            <a:spLocks/>
          </p:cNvSpPr>
          <p:nvPr/>
        </p:nvSpPr>
        <p:spPr>
          <a:xfrm>
            <a:off x="9753600" y="5177956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BA2201-8E05-1DA7-3384-9B22FADA4BEF}"/>
              </a:ext>
            </a:extLst>
          </p:cNvPr>
          <p:cNvSpPr>
            <a:spLocks/>
          </p:cNvSpPr>
          <p:nvPr/>
        </p:nvSpPr>
        <p:spPr>
          <a:xfrm>
            <a:off x="9753600" y="425791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D008E7-30B3-50F8-A251-226CB7B35D91}"/>
              </a:ext>
            </a:extLst>
          </p:cNvPr>
          <p:cNvSpPr>
            <a:spLocks/>
          </p:cNvSpPr>
          <p:nvPr/>
        </p:nvSpPr>
        <p:spPr>
          <a:xfrm>
            <a:off x="9753600" y="33464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4DFE346-B420-3AE4-D283-1C3E6B49E690}"/>
              </a:ext>
            </a:extLst>
          </p:cNvPr>
          <p:cNvSpPr>
            <a:spLocks/>
          </p:cNvSpPr>
          <p:nvPr/>
        </p:nvSpPr>
        <p:spPr>
          <a:xfrm>
            <a:off x="8839200" y="24434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DDA6FFC-DFEB-A5AF-C767-739C48C73DC6}"/>
              </a:ext>
            </a:extLst>
          </p:cNvPr>
          <p:cNvSpPr>
            <a:spLocks/>
          </p:cNvSpPr>
          <p:nvPr/>
        </p:nvSpPr>
        <p:spPr>
          <a:xfrm>
            <a:off x="7010400" y="24434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EDC8F62-4F66-1F93-593D-A9C5DF1717DF}"/>
              </a:ext>
            </a:extLst>
          </p:cNvPr>
          <p:cNvSpPr>
            <a:spLocks/>
          </p:cNvSpPr>
          <p:nvPr/>
        </p:nvSpPr>
        <p:spPr>
          <a:xfrm>
            <a:off x="7924800" y="24434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6966F5-A438-5E0C-AD2A-43BEA2D1F426}"/>
              </a:ext>
            </a:extLst>
          </p:cNvPr>
          <p:cNvSpPr>
            <a:spLocks/>
          </p:cNvSpPr>
          <p:nvPr/>
        </p:nvSpPr>
        <p:spPr>
          <a:xfrm>
            <a:off x="9753600" y="244057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45BDD5C-3F57-4CA3-76E1-B7712A380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521" y="4461141"/>
            <a:ext cx="513758" cy="513758"/>
          </a:xfrm>
          <a:prstGeom prst="rect">
            <a:avLst/>
          </a:prstGeom>
        </p:spPr>
      </p:pic>
      <p:sp>
        <p:nvSpPr>
          <p:cNvPr id="1027" name="Rectangle 1026">
            <a:extLst>
              <a:ext uri="{FF2B5EF4-FFF2-40B4-BE49-F238E27FC236}">
                <a16:creationId xmlns:a16="http://schemas.microsoft.com/office/drawing/2014/main" id="{961F7D02-63EE-795C-4C65-E3B1AC02A240}"/>
              </a:ext>
            </a:extLst>
          </p:cNvPr>
          <p:cNvSpPr>
            <a:spLocks/>
          </p:cNvSpPr>
          <p:nvPr/>
        </p:nvSpPr>
        <p:spPr>
          <a:xfrm>
            <a:off x="6096000" y="5177956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C5F18EF0-F013-9593-7532-506BB692FC68}"/>
              </a:ext>
            </a:extLst>
          </p:cNvPr>
          <p:cNvSpPr>
            <a:spLocks/>
          </p:cNvSpPr>
          <p:nvPr/>
        </p:nvSpPr>
        <p:spPr>
          <a:xfrm>
            <a:off x="6096000" y="425791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1EA66923-BCB8-EDB9-210A-FAF48610FCB7}"/>
              </a:ext>
            </a:extLst>
          </p:cNvPr>
          <p:cNvSpPr>
            <a:spLocks/>
          </p:cNvSpPr>
          <p:nvPr/>
        </p:nvSpPr>
        <p:spPr>
          <a:xfrm>
            <a:off x="6096000" y="33464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A0A52BE6-9658-8AD7-D4A7-30FA3DD0A316}"/>
              </a:ext>
            </a:extLst>
          </p:cNvPr>
          <p:cNvSpPr>
            <a:spLocks/>
          </p:cNvSpPr>
          <p:nvPr/>
        </p:nvSpPr>
        <p:spPr>
          <a:xfrm>
            <a:off x="6096000" y="244057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DD8FB579-AE99-851E-7E86-44B9EB3AFE0F}"/>
              </a:ext>
            </a:extLst>
          </p:cNvPr>
          <p:cNvSpPr>
            <a:spLocks/>
          </p:cNvSpPr>
          <p:nvPr/>
        </p:nvSpPr>
        <p:spPr>
          <a:xfrm>
            <a:off x="88392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2C7C7A65-BBC3-EF3D-EA10-49769A8B81ED}"/>
              </a:ext>
            </a:extLst>
          </p:cNvPr>
          <p:cNvSpPr>
            <a:spLocks/>
          </p:cNvSpPr>
          <p:nvPr/>
        </p:nvSpPr>
        <p:spPr>
          <a:xfrm>
            <a:off x="70104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5C11CCB-98EF-51FC-3F65-FEC9E201AE90}"/>
              </a:ext>
            </a:extLst>
          </p:cNvPr>
          <p:cNvSpPr>
            <a:spLocks/>
          </p:cNvSpPr>
          <p:nvPr/>
        </p:nvSpPr>
        <p:spPr>
          <a:xfrm>
            <a:off x="79248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8A851122-BD12-E949-8FC8-370600864B56}"/>
              </a:ext>
            </a:extLst>
          </p:cNvPr>
          <p:cNvSpPr>
            <a:spLocks/>
          </p:cNvSpPr>
          <p:nvPr/>
        </p:nvSpPr>
        <p:spPr>
          <a:xfrm>
            <a:off x="9753600" y="15290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FEE1933D-6210-1B73-9407-7775A8D6C3DB}"/>
              </a:ext>
            </a:extLst>
          </p:cNvPr>
          <p:cNvSpPr>
            <a:spLocks/>
          </p:cNvSpPr>
          <p:nvPr/>
        </p:nvSpPr>
        <p:spPr>
          <a:xfrm>
            <a:off x="6096000" y="15290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36" name="Picture 1035">
            <a:extLst>
              <a:ext uri="{FF2B5EF4-FFF2-40B4-BE49-F238E27FC236}">
                <a16:creationId xmlns:a16="http://schemas.microsoft.com/office/drawing/2014/main" id="{D6967257-F367-FC45-C4AC-03F4583B4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14" y="1797438"/>
            <a:ext cx="449471" cy="4494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CEEBE30-ABF8-4B90-59E3-A517E95C40A6}"/>
              </a:ext>
            </a:extLst>
          </p:cNvPr>
          <p:cNvSpPr txBox="1">
            <a:spLocks/>
          </p:cNvSpPr>
          <p:nvPr/>
        </p:nvSpPr>
        <p:spPr>
          <a:xfrm>
            <a:off x="748748" y="1634452"/>
            <a:ext cx="4420412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36488A"/>
                </a:solidFill>
              </a:rPr>
              <a:t>A* Planner</a:t>
            </a:r>
            <a:endParaRPr lang="de-DE" sz="3000" dirty="0">
              <a:solidFill>
                <a:srgbClr val="3648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172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F65C-FD16-4098-066B-65C22077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631AE2C-7400-0744-AF19-F441F31130B7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9440BB-E859-A8B2-776C-5685E5DF9372}"/>
              </a:ext>
            </a:extLst>
          </p:cNvPr>
          <p:cNvSpPr>
            <a:spLocks/>
          </p:cNvSpPr>
          <p:nvPr/>
        </p:nvSpPr>
        <p:spPr>
          <a:xfrm>
            <a:off x="8839200" y="518086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772426-3EAC-6082-EB02-647C14E5EB80}"/>
              </a:ext>
            </a:extLst>
          </p:cNvPr>
          <p:cNvSpPr>
            <a:spLocks/>
          </p:cNvSpPr>
          <p:nvPr/>
        </p:nvSpPr>
        <p:spPr>
          <a:xfrm>
            <a:off x="8839200" y="42608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F4417A-D124-6772-FF76-DA054B4D46D8}"/>
              </a:ext>
            </a:extLst>
          </p:cNvPr>
          <p:cNvSpPr>
            <a:spLocks/>
          </p:cNvSpPr>
          <p:nvPr/>
        </p:nvSpPr>
        <p:spPr>
          <a:xfrm>
            <a:off x="7010400" y="518086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C56F7A-6983-098B-848F-38DBE0396B74}"/>
              </a:ext>
            </a:extLst>
          </p:cNvPr>
          <p:cNvSpPr>
            <a:spLocks/>
          </p:cNvSpPr>
          <p:nvPr/>
        </p:nvSpPr>
        <p:spPr>
          <a:xfrm>
            <a:off x="7010400" y="42608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F395B1-B98A-E780-6CD8-18A6B1CE84BB}"/>
              </a:ext>
            </a:extLst>
          </p:cNvPr>
          <p:cNvSpPr>
            <a:spLocks/>
          </p:cNvSpPr>
          <p:nvPr/>
        </p:nvSpPr>
        <p:spPr>
          <a:xfrm>
            <a:off x="8839200" y="334932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904746-5025-CBAF-6E74-4C0F845C9D85}"/>
              </a:ext>
            </a:extLst>
          </p:cNvPr>
          <p:cNvSpPr>
            <a:spLocks/>
          </p:cNvSpPr>
          <p:nvPr/>
        </p:nvSpPr>
        <p:spPr>
          <a:xfrm>
            <a:off x="7010400" y="334932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21D655-2212-31EF-5199-089F0B1B85D7}"/>
              </a:ext>
            </a:extLst>
          </p:cNvPr>
          <p:cNvSpPr>
            <a:spLocks/>
          </p:cNvSpPr>
          <p:nvPr/>
        </p:nvSpPr>
        <p:spPr>
          <a:xfrm>
            <a:off x="7924800" y="334932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52DE2D-AFDA-9D9F-544B-2AFBB72FDE4C}"/>
              </a:ext>
            </a:extLst>
          </p:cNvPr>
          <p:cNvSpPr>
            <a:spLocks/>
          </p:cNvSpPr>
          <p:nvPr/>
        </p:nvSpPr>
        <p:spPr>
          <a:xfrm>
            <a:off x="7924800" y="518086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71F6E2-0956-A509-CF5B-250E052C7713}"/>
              </a:ext>
            </a:extLst>
          </p:cNvPr>
          <p:cNvSpPr>
            <a:spLocks/>
          </p:cNvSpPr>
          <p:nvPr/>
        </p:nvSpPr>
        <p:spPr>
          <a:xfrm>
            <a:off x="7924800" y="42608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07283E-82E2-4432-4A16-CF735D312D6E}"/>
              </a:ext>
            </a:extLst>
          </p:cNvPr>
          <p:cNvSpPr>
            <a:spLocks/>
          </p:cNvSpPr>
          <p:nvPr/>
        </p:nvSpPr>
        <p:spPr>
          <a:xfrm>
            <a:off x="9753600" y="5177956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A3BBF8-22EF-6B90-4288-527706BA0844}"/>
              </a:ext>
            </a:extLst>
          </p:cNvPr>
          <p:cNvSpPr>
            <a:spLocks/>
          </p:cNvSpPr>
          <p:nvPr/>
        </p:nvSpPr>
        <p:spPr>
          <a:xfrm>
            <a:off x="9753600" y="4257912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E937CA-9129-081F-ED65-D6D1B4748C49}"/>
              </a:ext>
            </a:extLst>
          </p:cNvPr>
          <p:cNvSpPr>
            <a:spLocks/>
          </p:cNvSpPr>
          <p:nvPr/>
        </p:nvSpPr>
        <p:spPr>
          <a:xfrm>
            <a:off x="9753600" y="33464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DE5C970-BA00-C541-9A4A-B360C763F860}"/>
              </a:ext>
            </a:extLst>
          </p:cNvPr>
          <p:cNvSpPr>
            <a:spLocks/>
          </p:cNvSpPr>
          <p:nvPr/>
        </p:nvSpPr>
        <p:spPr>
          <a:xfrm>
            <a:off x="8839200" y="24434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EF11782-FD11-251E-EEE9-CD15CDB0AA13}"/>
              </a:ext>
            </a:extLst>
          </p:cNvPr>
          <p:cNvSpPr>
            <a:spLocks/>
          </p:cNvSpPr>
          <p:nvPr/>
        </p:nvSpPr>
        <p:spPr>
          <a:xfrm>
            <a:off x="7010400" y="24434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1D24E4-7A6C-47E5-1E0A-E3622309961F}"/>
              </a:ext>
            </a:extLst>
          </p:cNvPr>
          <p:cNvSpPr>
            <a:spLocks/>
          </p:cNvSpPr>
          <p:nvPr/>
        </p:nvSpPr>
        <p:spPr>
          <a:xfrm>
            <a:off x="7924800" y="24434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2742333-F804-4CB2-1FEB-1C5F987E3824}"/>
              </a:ext>
            </a:extLst>
          </p:cNvPr>
          <p:cNvSpPr>
            <a:spLocks/>
          </p:cNvSpPr>
          <p:nvPr/>
        </p:nvSpPr>
        <p:spPr>
          <a:xfrm>
            <a:off x="9753600" y="244057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3365965-323D-EB48-3CEF-A37A364F0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521" y="4461141"/>
            <a:ext cx="513758" cy="51375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ED162C4-0509-984F-10BA-22F52592C010}"/>
              </a:ext>
            </a:extLst>
          </p:cNvPr>
          <p:cNvSpPr txBox="1"/>
          <p:nvPr/>
        </p:nvSpPr>
        <p:spPr>
          <a:xfrm>
            <a:off x="80546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3352BE-43AE-F18D-A7C4-132856FF4D0C}"/>
              </a:ext>
            </a:extLst>
          </p:cNvPr>
          <p:cNvSpPr txBox="1"/>
          <p:nvPr/>
        </p:nvSpPr>
        <p:spPr>
          <a:xfrm>
            <a:off x="84028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9D55BCB3-F276-18DE-B420-355BB2B8913B}"/>
              </a:ext>
            </a:extLst>
          </p:cNvPr>
          <p:cNvSpPr txBox="1"/>
          <p:nvPr/>
        </p:nvSpPr>
        <p:spPr>
          <a:xfrm>
            <a:off x="82287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C262E32B-0F86-652E-96E7-05815E1D3D62}"/>
              </a:ext>
            </a:extLst>
          </p:cNvPr>
          <p:cNvSpPr>
            <a:spLocks/>
          </p:cNvSpPr>
          <p:nvPr/>
        </p:nvSpPr>
        <p:spPr>
          <a:xfrm>
            <a:off x="6096000" y="5177956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FADC1FB8-75DF-9E6F-E2B5-3C4E517E84D6}"/>
              </a:ext>
            </a:extLst>
          </p:cNvPr>
          <p:cNvSpPr>
            <a:spLocks/>
          </p:cNvSpPr>
          <p:nvPr/>
        </p:nvSpPr>
        <p:spPr>
          <a:xfrm>
            <a:off x="6096000" y="425791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9FD5F933-6B6B-F1EE-ED36-5CB26A3ADBEB}"/>
              </a:ext>
            </a:extLst>
          </p:cNvPr>
          <p:cNvSpPr>
            <a:spLocks/>
          </p:cNvSpPr>
          <p:nvPr/>
        </p:nvSpPr>
        <p:spPr>
          <a:xfrm>
            <a:off x="6096000" y="33464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359EEC49-E0B1-D8C6-7E29-2BE9C3368070}"/>
              </a:ext>
            </a:extLst>
          </p:cNvPr>
          <p:cNvSpPr>
            <a:spLocks/>
          </p:cNvSpPr>
          <p:nvPr/>
        </p:nvSpPr>
        <p:spPr>
          <a:xfrm>
            <a:off x="6096000" y="244057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1A61FE13-E616-B5C8-F352-06883B3D5A74}"/>
              </a:ext>
            </a:extLst>
          </p:cNvPr>
          <p:cNvSpPr>
            <a:spLocks/>
          </p:cNvSpPr>
          <p:nvPr/>
        </p:nvSpPr>
        <p:spPr>
          <a:xfrm>
            <a:off x="88392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4740D90F-B83A-EEAB-338A-44FC24EF1925}"/>
              </a:ext>
            </a:extLst>
          </p:cNvPr>
          <p:cNvSpPr>
            <a:spLocks/>
          </p:cNvSpPr>
          <p:nvPr/>
        </p:nvSpPr>
        <p:spPr>
          <a:xfrm>
            <a:off x="70104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0BA4ABE-040B-070E-9B11-918B7331A862}"/>
              </a:ext>
            </a:extLst>
          </p:cNvPr>
          <p:cNvSpPr>
            <a:spLocks/>
          </p:cNvSpPr>
          <p:nvPr/>
        </p:nvSpPr>
        <p:spPr>
          <a:xfrm>
            <a:off x="79248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E102F5B0-320E-57B6-BFAC-6C23A5A1AECE}"/>
              </a:ext>
            </a:extLst>
          </p:cNvPr>
          <p:cNvSpPr>
            <a:spLocks/>
          </p:cNvSpPr>
          <p:nvPr/>
        </p:nvSpPr>
        <p:spPr>
          <a:xfrm>
            <a:off x="9753600" y="15290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20CEB51-51E1-DBD4-0095-68B272CDCEC8}"/>
              </a:ext>
            </a:extLst>
          </p:cNvPr>
          <p:cNvSpPr>
            <a:spLocks/>
          </p:cNvSpPr>
          <p:nvPr/>
        </p:nvSpPr>
        <p:spPr>
          <a:xfrm>
            <a:off x="6096000" y="15290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36" name="Picture 1035">
            <a:extLst>
              <a:ext uri="{FF2B5EF4-FFF2-40B4-BE49-F238E27FC236}">
                <a16:creationId xmlns:a16="http://schemas.microsoft.com/office/drawing/2014/main" id="{28C5161D-604A-A157-4318-CE0BA9A2C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14" y="1797438"/>
            <a:ext cx="449471" cy="449471"/>
          </a:xfrm>
          <a:prstGeom prst="rect">
            <a:avLst/>
          </a:prstGeom>
        </p:spPr>
      </p:pic>
      <p:sp>
        <p:nvSpPr>
          <p:cNvPr id="1037" name="TextBox 1036">
            <a:extLst>
              <a:ext uri="{FF2B5EF4-FFF2-40B4-BE49-F238E27FC236}">
                <a16:creationId xmlns:a16="http://schemas.microsoft.com/office/drawing/2014/main" id="{ABADA3C6-5CD1-12E6-B8AF-B82621B19A45}"/>
              </a:ext>
            </a:extLst>
          </p:cNvPr>
          <p:cNvSpPr txBox="1"/>
          <p:nvPr/>
        </p:nvSpPr>
        <p:spPr>
          <a:xfrm>
            <a:off x="89690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3A95F6E5-B6DE-0BE9-2E6F-F34CEEDD878A}"/>
              </a:ext>
            </a:extLst>
          </p:cNvPr>
          <p:cNvSpPr txBox="1"/>
          <p:nvPr/>
        </p:nvSpPr>
        <p:spPr>
          <a:xfrm>
            <a:off x="93172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E2E49EE1-03C6-45AD-9153-7F5BFF2B5BB1}"/>
              </a:ext>
            </a:extLst>
          </p:cNvPr>
          <p:cNvSpPr txBox="1"/>
          <p:nvPr/>
        </p:nvSpPr>
        <p:spPr>
          <a:xfrm>
            <a:off x="91431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E8F665C3-F430-81CD-5FE1-E8F13BCFB34C}"/>
              </a:ext>
            </a:extLst>
          </p:cNvPr>
          <p:cNvSpPr txBox="1"/>
          <p:nvPr/>
        </p:nvSpPr>
        <p:spPr>
          <a:xfrm>
            <a:off x="98834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2885F73-A891-F77C-C563-59ECC8E1EAB7}"/>
              </a:ext>
            </a:extLst>
          </p:cNvPr>
          <p:cNvSpPr txBox="1"/>
          <p:nvPr/>
        </p:nvSpPr>
        <p:spPr>
          <a:xfrm>
            <a:off x="102316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DE6EA31D-6056-0840-972E-0627EF77A632}"/>
              </a:ext>
            </a:extLst>
          </p:cNvPr>
          <p:cNvSpPr txBox="1"/>
          <p:nvPr/>
        </p:nvSpPr>
        <p:spPr>
          <a:xfrm>
            <a:off x="100575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681B3C19-1770-F07A-256D-4F514C2FB765}"/>
              </a:ext>
            </a:extLst>
          </p:cNvPr>
          <p:cNvSpPr txBox="1"/>
          <p:nvPr/>
        </p:nvSpPr>
        <p:spPr>
          <a:xfrm>
            <a:off x="80338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6F371A10-8436-9D08-5520-7EAD7DA5AC4C}"/>
              </a:ext>
            </a:extLst>
          </p:cNvPr>
          <p:cNvSpPr txBox="1"/>
          <p:nvPr/>
        </p:nvSpPr>
        <p:spPr>
          <a:xfrm>
            <a:off x="83820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F7ABA3E9-27A6-1245-41CC-47A60F4B6C52}"/>
              </a:ext>
            </a:extLst>
          </p:cNvPr>
          <p:cNvSpPr txBox="1"/>
          <p:nvPr/>
        </p:nvSpPr>
        <p:spPr>
          <a:xfrm>
            <a:off x="82079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DCC875D5-AC14-4924-38D3-B822385E39F3}"/>
              </a:ext>
            </a:extLst>
          </p:cNvPr>
          <p:cNvSpPr txBox="1"/>
          <p:nvPr/>
        </p:nvSpPr>
        <p:spPr>
          <a:xfrm>
            <a:off x="89482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663CCE0B-88D9-A102-B023-C7C11044B16A}"/>
              </a:ext>
            </a:extLst>
          </p:cNvPr>
          <p:cNvSpPr txBox="1"/>
          <p:nvPr/>
        </p:nvSpPr>
        <p:spPr>
          <a:xfrm>
            <a:off x="92964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52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D248E32C-45DA-EADE-1516-34D2BE84DD1E}"/>
              </a:ext>
            </a:extLst>
          </p:cNvPr>
          <p:cNvSpPr txBox="1"/>
          <p:nvPr/>
        </p:nvSpPr>
        <p:spPr>
          <a:xfrm>
            <a:off x="91223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46453DEB-E0B9-CAE9-5627-BECFE6D5302C}"/>
              </a:ext>
            </a:extLst>
          </p:cNvPr>
          <p:cNvSpPr txBox="1"/>
          <p:nvPr/>
        </p:nvSpPr>
        <p:spPr>
          <a:xfrm>
            <a:off x="98626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AB53FA03-566A-054A-C88E-B5CD81B58C88}"/>
              </a:ext>
            </a:extLst>
          </p:cNvPr>
          <p:cNvSpPr txBox="1"/>
          <p:nvPr/>
        </p:nvSpPr>
        <p:spPr>
          <a:xfrm>
            <a:off x="102108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56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E884A7EC-33A5-3D41-D45B-EEC45C2DA642}"/>
              </a:ext>
            </a:extLst>
          </p:cNvPr>
          <p:cNvSpPr txBox="1"/>
          <p:nvPr/>
        </p:nvSpPr>
        <p:spPr>
          <a:xfrm>
            <a:off x="100367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70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3F9CD531-303E-EB25-3F71-3D287A1F527C}"/>
              </a:ext>
            </a:extLst>
          </p:cNvPr>
          <p:cNvSpPr txBox="1"/>
          <p:nvPr/>
        </p:nvSpPr>
        <p:spPr>
          <a:xfrm>
            <a:off x="9862628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E8E3549A-4334-6609-487C-41E36E29E1F8}"/>
              </a:ext>
            </a:extLst>
          </p:cNvPr>
          <p:cNvSpPr txBox="1"/>
          <p:nvPr/>
        </p:nvSpPr>
        <p:spPr>
          <a:xfrm>
            <a:off x="10210800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52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6A94C7D8-C116-1F4A-37FE-2D379ECF9953}"/>
              </a:ext>
            </a:extLst>
          </p:cNvPr>
          <p:cNvSpPr txBox="1"/>
          <p:nvPr/>
        </p:nvSpPr>
        <p:spPr>
          <a:xfrm>
            <a:off x="10036714" y="47437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0A06E773-AC35-0D13-B1C6-A136232AB8E2}"/>
              </a:ext>
            </a:extLst>
          </p:cNvPr>
          <p:cNvSpPr txBox="1"/>
          <p:nvPr/>
        </p:nvSpPr>
        <p:spPr>
          <a:xfrm>
            <a:off x="8033828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73529062-1F3D-8B9A-FD51-31DFAB382794}"/>
              </a:ext>
            </a:extLst>
          </p:cNvPr>
          <p:cNvSpPr txBox="1"/>
          <p:nvPr/>
        </p:nvSpPr>
        <p:spPr>
          <a:xfrm>
            <a:off x="8382000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06ED26D9-B702-0124-A63B-0ACABF606617}"/>
              </a:ext>
            </a:extLst>
          </p:cNvPr>
          <p:cNvSpPr txBox="1"/>
          <p:nvPr/>
        </p:nvSpPr>
        <p:spPr>
          <a:xfrm>
            <a:off x="8207914" y="47437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B91396-C3EE-E296-FC03-709EA3F2A01F}"/>
              </a:ext>
            </a:extLst>
          </p:cNvPr>
          <p:cNvSpPr txBox="1">
            <a:spLocks/>
          </p:cNvSpPr>
          <p:nvPr/>
        </p:nvSpPr>
        <p:spPr>
          <a:xfrm>
            <a:off x="748748" y="1634452"/>
            <a:ext cx="4420412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36488A"/>
                </a:solidFill>
              </a:rPr>
              <a:t>A* Planner</a:t>
            </a:r>
            <a:endParaRPr lang="de-DE" sz="3000" dirty="0">
              <a:solidFill>
                <a:srgbClr val="3648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052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3C6AD-273D-CD1B-4097-4DFFE6EC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D29527C-CD74-D3B1-CD48-2296AD892AB9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DF9F00-3B39-7EBF-42D1-39E0A0D9546F}"/>
              </a:ext>
            </a:extLst>
          </p:cNvPr>
          <p:cNvSpPr>
            <a:spLocks/>
          </p:cNvSpPr>
          <p:nvPr/>
        </p:nvSpPr>
        <p:spPr>
          <a:xfrm>
            <a:off x="8839200" y="518086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9F6174-00BD-13B9-4AD5-8EA2BC8A19DE}"/>
              </a:ext>
            </a:extLst>
          </p:cNvPr>
          <p:cNvSpPr>
            <a:spLocks/>
          </p:cNvSpPr>
          <p:nvPr/>
        </p:nvSpPr>
        <p:spPr>
          <a:xfrm>
            <a:off x="8839200" y="4260820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CEE9CA-E81E-87D3-3687-678A5F77A810}"/>
              </a:ext>
            </a:extLst>
          </p:cNvPr>
          <p:cNvSpPr>
            <a:spLocks/>
          </p:cNvSpPr>
          <p:nvPr/>
        </p:nvSpPr>
        <p:spPr>
          <a:xfrm>
            <a:off x="7010400" y="518086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D11D1A-4DAD-981A-D77D-61FC1C538467}"/>
              </a:ext>
            </a:extLst>
          </p:cNvPr>
          <p:cNvSpPr>
            <a:spLocks/>
          </p:cNvSpPr>
          <p:nvPr/>
        </p:nvSpPr>
        <p:spPr>
          <a:xfrm>
            <a:off x="7010400" y="42608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3807A2D-90D2-C9C7-EE96-408C35039B8D}"/>
              </a:ext>
            </a:extLst>
          </p:cNvPr>
          <p:cNvSpPr>
            <a:spLocks/>
          </p:cNvSpPr>
          <p:nvPr/>
        </p:nvSpPr>
        <p:spPr>
          <a:xfrm>
            <a:off x="8839200" y="334932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15EF4C-97E5-CFF8-41D0-327F84135C65}"/>
              </a:ext>
            </a:extLst>
          </p:cNvPr>
          <p:cNvSpPr>
            <a:spLocks/>
          </p:cNvSpPr>
          <p:nvPr/>
        </p:nvSpPr>
        <p:spPr>
          <a:xfrm>
            <a:off x="7010400" y="334932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9BC72A-7AB8-A4BC-CBAB-CCBB64746D43}"/>
              </a:ext>
            </a:extLst>
          </p:cNvPr>
          <p:cNvSpPr>
            <a:spLocks/>
          </p:cNvSpPr>
          <p:nvPr/>
        </p:nvSpPr>
        <p:spPr>
          <a:xfrm>
            <a:off x="7924800" y="3349328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3F76AC-6FDC-CED9-2500-A3B69A258696}"/>
              </a:ext>
            </a:extLst>
          </p:cNvPr>
          <p:cNvSpPr>
            <a:spLocks/>
          </p:cNvSpPr>
          <p:nvPr/>
        </p:nvSpPr>
        <p:spPr>
          <a:xfrm>
            <a:off x="7924800" y="518086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33CA5C-0940-959F-B3C7-A3C23FE09BDA}"/>
              </a:ext>
            </a:extLst>
          </p:cNvPr>
          <p:cNvSpPr>
            <a:spLocks/>
          </p:cNvSpPr>
          <p:nvPr/>
        </p:nvSpPr>
        <p:spPr>
          <a:xfrm>
            <a:off x="7924800" y="42608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48CDA69-F946-6B81-A77C-3517E3F2ECD2}"/>
              </a:ext>
            </a:extLst>
          </p:cNvPr>
          <p:cNvSpPr>
            <a:spLocks/>
          </p:cNvSpPr>
          <p:nvPr/>
        </p:nvSpPr>
        <p:spPr>
          <a:xfrm>
            <a:off x="9753600" y="5177956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7F6BC4E-4EFC-0246-706B-15E1F349741A}"/>
              </a:ext>
            </a:extLst>
          </p:cNvPr>
          <p:cNvSpPr>
            <a:spLocks/>
          </p:cNvSpPr>
          <p:nvPr/>
        </p:nvSpPr>
        <p:spPr>
          <a:xfrm>
            <a:off x="9753600" y="4257912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747BF01-2A95-5718-B9E5-F1DCADFF5490}"/>
              </a:ext>
            </a:extLst>
          </p:cNvPr>
          <p:cNvSpPr>
            <a:spLocks/>
          </p:cNvSpPr>
          <p:nvPr/>
        </p:nvSpPr>
        <p:spPr>
          <a:xfrm>
            <a:off x="9753600" y="33464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9BAC321-0E9F-7A30-38FC-09F029C84C17}"/>
              </a:ext>
            </a:extLst>
          </p:cNvPr>
          <p:cNvSpPr>
            <a:spLocks/>
          </p:cNvSpPr>
          <p:nvPr/>
        </p:nvSpPr>
        <p:spPr>
          <a:xfrm>
            <a:off x="8839200" y="244348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A54654A-38F6-3051-F846-1D6D2496DEFF}"/>
              </a:ext>
            </a:extLst>
          </p:cNvPr>
          <p:cNvSpPr>
            <a:spLocks/>
          </p:cNvSpPr>
          <p:nvPr/>
        </p:nvSpPr>
        <p:spPr>
          <a:xfrm>
            <a:off x="7010400" y="244348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427226-6CA9-A5EB-3F2C-51FE02480BFB}"/>
              </a:ext>
            </a:extLst>
          </p:cNvPr>
          <p:cNvSpPr>
            <a:spLocks/>
          </p:cNvSpPr>
          <p:nvPr/>
        </p:nvSpPr>
        <p:spPr>
          <a:xfrm>
            <a:off x="7924800" y="244348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81C9617-4392-9BA2-60A9-F219F9BFCEA9}"/>
              </a:ext>
            </a:extLst>
          </p:cNvPr>
          <p:cNvSpPr>
            <a:spLocks/>
          </p:cNvSpPr>
          <p:nvPr/>
        </p:nvSpPr>
        <p:spPr>
          <a:xfrm>
            <a:off x="9753600" y="244057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BC8A2C3-673E-EEED-D519-7E3BFF31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521" y="4461141"/>
            <a:ext cx="513758" cy="51375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66707B9-02DC-B749-B6C8-F858C4E87162}"/>
              </a:ext>
            </a:extLst>
          </p:cNvPr>
          <p:cNvSpPr txBox="1"/>
          <p:nvPr/>
        </p:nvSpPr>
        <p:spPr>
          <a:xfrm>
            <a:off x="80546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AA3F32-0E9F-6E89-2787-2989D53207CC}"/>
              </a:ext>
            </a:extLst>
          </p:cNvPr>
          <p:cNvSpPr txBox="1"/>
          <p:nvPr/>
        </p:nvSpPr>
        <p:spPr>
          <a:xfrm>
            <a:off x="84028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CDB637A-27CA-B327-C47B-19A341C1F2D8}"/>
              </a:ext>
            </a:extLst>
          </p:cNvPr>
          <p:cNvSpPr txBox="1"/>
          <p:nvPr/>
        </p:nvSpPr>
        <p:spPr>
          <a:xfrm>
            <a:off x="82287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F10BA4B5-AA6B-9F7A-D206-63285D7370CC}"/>
              </a:ext>
            </a:extLst>
          </p:cNvPr>
          <p:cNvSpPr>
            <a:spLocks/>
          </p:cNvSpPr>
          <p:nvPr/>
        </p:nvSpPr>
        <p:spPr>
          <a:xfrm>
            <a:off x="6096000" y="5177956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84B79E5C-403D-B7E0-CF82-95EE3FD2E83F}"/>
              </a:ext>
            </a:extLst>
          </p:cNvPr>
          <p:cNvSpPr>
            <a:spLocks/>
          </p:cNvSpPr>
          <p:nvPr/>
        </p:nvSpPr>
        <p:spPr>
          <a:xfrm>
            <a:off x="6096000" y="425791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BFFAB120-44C4-29EC-B954-3648B6D2BCCF}"/>
              </a:ext>
            </a:extLst>
          </p:cNvPr>
          <p:cNvSpPr>
            <a:spLocks/>
          </p:cNvSpPr>
          <p:nvPr/>
        </p:nvSpPr>
        <p:spPr>
          <a:xfrm>
            <a:off x="6096000" y="334642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9D094186-618F-1C16-0C94-33AC4D56D136}"/>
              </a:ext>
            </a:extLst>
          </p:cNvPr>
          <p:cNvSpPr>
            <a:spLocks/>
          </p:cNvSpPr>
          <p:nvPr/>
        </p:nvSpPr>
        <p:spPr>
          <a:xfrm>
            <a:off x="6096000" y="244057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BEBE22A-A69C-E0E3-C834-D89094432A60}"/>
              </a:ext>
            </a:extLst>
          </p:cNvPr>
          <p:cNvSpPr>
            <a:spLocks/>
          </p:cNvSpPr>
          <p:nvPr/>
        </p:nvSpPr>
        <p:spPr>
          <a:xfrm>
            <a:off x="88392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82FDDB7C-B783-D3C3-6A78-07DB15626F71}"/>
              </a:ext>
            </a:extLst>
          </p:cNvPr>
          <p:cNvSpPr>
            <a:spLocks/>
          </p:cNvSpPr>
          <p:nvPr/>
        </p:nvSpPr>
        <p:spPr>
          <a:xfrm>
            <a:off x="70104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EE51DA9-B5FD-DD7C-CEE0-25A52A634B18}"/>
              </a:ext>
            </a:extLst>
          </p:cNvPr>
          <p:cNvSpPr>
            <a:spLocks/>
          </p:cNvSpPr>
          <p:nvPr/>
        </p:nvSpPr>
        <p:spPr>
          <a:xfrm>
            <a:off x="79248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1E44E09A-AEF5-37F2-7690-7A61EAB117E3}"/>
              </a:ext>
            </a:extLst>
          </p:cNvPr>
          <p:cNvSpPr>
            <a:spLocks/>
          </p:cNvSpPr>
          <p:nvPr/>
        </p:nvSpPr>
        <p:spPr>
          <a:xfrm>
            <a:off x="9753600" y="15290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968CE66-C1ED-DF5C-7FBD-C530DF76F64C}"/>
              </a:ext>
            </a:extLst>
          </p:cNvPr>
          <p:cNvSpPr>
            <a:spLocks/>
          </p:cNvSpPr>
          <p:nvPr/>
        </p:nvSpPr>
        <p:spPr>
          <a:xfrm>
            <a:off x="6096000" y="15290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36" name="Picture 1035">
            <a:extLst>
              <a:ext uri="{FF2B5EF4-FFF2-40B4-BE49-F238E27FC236}">
                <a16:creationId xmlns:a16="http://schemas.microsoft.com/office/drawing/2014/main" id="{D6B0F5C7-B2EB-E4FE-9A2A-A63D3D80C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14" y="1797438"/>
            <a:ext cx="449471" cy="449471"/>
          </a:xfrm>
          <a:prstGeom prst="rect">
            <a:avLst/>
          </a:prstGeom>
        </p:spPr>
      </p:pic>
      <p:sp>
        <p:nvSpPr>
          <p:cNvPr id="1037" name="TextBox 1036">
            <a:extLst>
              <a:ext uri="{FF2B5EF4-FFF2-40B4-BE49-F238E27FC236}">
                <a16:creationId xmlns:a16="http://schemas.microsoft.com/office/drawing/2014/main" id="{049CE75C-9A3B-CC79-CCD7-3D588CE3AEB3}"/>
              </a:ext>
            </a:extLst>
          </p:cNvPr>
          <p:cNvSpPr txBox="1"/>
          <p:nvPr/>
        </p:nvSpPr>
        <p:spPr>
          <a:xfrm>
            <a:off x="89690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4DCCBA3C-8ACD-448B-B9BA-E9C6B6CC190B}"/>
              </a:ext>
            </a:extLst>
          </p:cNvPr>
          <p:cNvSpPr txBox="1"/>
          <p:nvPr/>
        </p:nvSpPr>
        <p:spPr>
          <a:xfrm>
            <a:off x="93172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F1457D62-068A-8348-1569-426268CF51D3}"/>
              </a:ext>
            </a:extLst>
          </p:cNvPr>
          <p:cNvSpPr txBox="1"/>
          <p:nvPr/>
        </p:nvSpPr>
        <p:spPr>
          <a:xfrm>
            <a:off x="91431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6C53CDC8-22D7-318F-D972-88409264F9E7}"/>
              </a:ext>
            </a:extLst>
          </p:cNvPr>
          <p:cNvSpPr txBox="1"/>
          <p:nvPr/>
        </p:nvSpPr>
        <p:spPr>
          <a:xfrm>
            <a:off x="98834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8D0872C-FD8A-F659-C437-256E5ED36F91}"/>
              </a:ext>
            </a:extLst>
          </p:cNvPr>
          <p:cNvSpPr txBox="1"/>
          <p:nvPr/>
        </p:nvSpPr>
        <p:spPr>
          <a:xfrm>
            <a:off x="102316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AB0526E-B6BD-7E5A-8BD7-5903962E5C32}"/>
              </a:ext>
            </a:extLst>
          </p:cNvPr>
          <p:cNvSpPr txBox="1"/>
          <p:nvPr/>
        </p:nvSpPr>
        <p:spPr>
          <a:xfrm>
            <a:off x="100575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757D303-A542-4F39-5334-E6BA8370FD54}"/>
              </a:ext>
            </a:extLst>
          </p:cNvPr>
          <p:cNvSpPr txBox="1"/>
          <p:nvPr/>
        </p:nvSpPr>
        <p:spPr>
          <a:xfrm>
            <a:off x="80338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AEB05B48-7152-1314-57FF-620096E72E01}"/>
              </a:ext>
            </a:extLst>
          </p:cNvPr>
          <p:cNvSpPr txBox="1"/>
          <p:nvPr/>
        </p:nvSpPr>
        <p:spPr>
          <a:xfrm>
            <a:off x="83820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A01D6296-34B7-9137-C79E-DAAA107AEFD7}"/>
              </a:ext>
            </a:extLst>
          </p:cNvPr>
          <p:cNvSpPr txBox="1"/>
          <p:nvPr/>
        </p:nvSpPr>
        <p:spPr>
          <a:xfrm>
            <a:off x="82079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215EB135-022C-9FCA-08A5-D50BF8B389D6}"/>
              </a:ext>
            </a:extLst>
          </p:cNvPr>
          <p:cNvSpPr txBox="1"/>
          <p:nvPr/>
        </p:nvSpPr>
        <p:spPr>
          <a:xfrm>
            <a:off x="89482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CEDF5EA6-044C-BBD3-2328-261BF32684E4}"/>
              </a:ext>
            </a:extLst>
          </p:cNvPr>
          <p:cNvSpPr txBox="1"/>
          <p:nvPr/>
        </p:nvSpPr>
        <p:spPr>
          <a:xfrm>
            <a:off x="92964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52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17D9F89A-0C26-3A70-CD13-BC1B151A0E05}"/>
              </a:ext>
            </a:extLst>
          </p:cNvPr>
          <p:cNvSpPr txBox="1"/>
          <p:nvPr/>
        </p:nvSpPr>
        <p:spPr>
          <a:xfrm>
            <a:off x="91223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9260CA47-A35F-0202-1768-86CB45752CBF}"/>
              </a:ext>
            </a:extLst>
          </p:cNvPr>
          <p:cNvSpPr txBox="1"/>
          <p:nvPr/>
        </p:nvSpPr>
        <p:spPr>
          <a:xfrm>
            <a:off x="98626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07E3E1C7-1F77-C1EF-C5C2-4FA08BECB874}"/>
              </a:ext>
            </a:extLst>
          </p:cNvPr>
          <p:cNvSpPr txBox="1"/>
          <p:nvPr/>
        </p:nvSpPr>
        <p:spPr>
          <a:xfrm>
            <a:off x="102108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56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EDE3D685-AAFD-EA26-5039-B82A7EA3FA5E}"/>
              </a:ext>
            </a:extLst>
          </p:cNvPr>
          <p:cNvSpPr txBox="1"/>
          <p:nvPr/>
        </p:nvSpPr>
        <p:spPr>
          <a:xfrm>
            <a:off x="100367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70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B76C511-347D-1F75-6B11-922B6C88A3DB}"/>
              </a:ext>
            </a:extLst>
          </p:cNvPr>
          <p:cNvSpPr txBox="1"/>
          <p:nvPr/>
        </p:nvSpPr>
        <p:spPr>
          <a:xfrm>
            <a:off x="9862628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640DB7A9-5A37-B049-367E-26BC383B10DD}"/>
              </a:ext>
            </a:extLst>
          </p:cNvPr>
          <p:cNvSpPr txBox="1"/>
          <p:nvPr/>
        </p:nvSpPr>
        <p:spPr>
          <a:xfrm>
            <a:off x="10210800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52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85E1BD82-0790-64D8-ED8C-131535249549}"/>
              </a:ext>
            </a:extLst>
          </p:cNvPr>
          <p:cNvSpPr txBox="1"/>
          <p:nvPr/>
        </p:nvSpPr>
        <p:spPr>
          <a:xfrm>
            <a:off x="10036714" y="47437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5CBC4191-7F26-DD09-0AE0-76271CE13B0D}"/>
              </a:ext>
            </a:extLst>
          </p:cNvPr>
          <p:cNvSpPr txBox="1"/>
          <p:nvPr/>
        </p:nvSpPr>
        <p:spPr>
          <a:xfrm>
            <a:off x="8033828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238F153A-C8BB-B2DA-1DA8-87DEA0BC7BE7}"/>
              </a:ext>
            </a:extLst>
          </p:cNvPr>
          <p:cNvSpPr txBox="1"/>
          <p:nvPr/>
        </p:nvSpPr>
        <p:spPr>
          <a:xfrm>
            <a:off x="8382000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5606DAF8-CA31-B985-A5F5-F5BB10196E14}"/>
              </a:ext>
            </a:extLst>
          </p:cNvPr>
          <p:cNvSpPr txBox="1"/>
          <p:nvPr/>
        </p:nvSpPr>
        <p:spPr>
          <a:xfrm>
            <a:off x="8207914" y="47437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2D3314-5C02-99CB-1E03-CCCE535FFDFE}"/>
              </a:ext>
            </a:extLst>
          </p:cNvPr>
          <p:cNvSpPr txBox="1"/>
          <p:nvPr/>
        </p:nvSpPr>
        <p:spPr>
          <a:xfrm>
            <a:off x="71194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28584-AE4C-D908-6CC4-5217736D6001}"/>
              </a:ext>
            </a:extLst>
          </p:cNvPr>
          <p:cNvSpPr txBox="1"/>
          <p:nvPr/>
        </p:nvSpPr>
        <p:spPr>
          <a:xfrm>
            <a:off x="74676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857BD9-C142-20B5-C656-03298076CAF8}"/>
              </a:ext>
            </a:extLst>
          </p:cNvPr>
          <p:cNvSpPr txBox="1"/>
          <p:nvPr/>
        </p:nvSpPr>
        <p:spPr>
          <a:xfrm>
            <a:off x="72935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D6D73-BEF7-84DE-0D34-755984ECCF6F}"/>
              </a:ext>
            </a:extLst>
          </p:cNvPr>
          <p:cNvSpPr txBox="1"/>
          <p:nvPr/>
        </p:nvSpPr>
        <p:spPr>
          <a:xfrm>
            <a:off x="80338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9E493-5341-D3BD-4617-8541B42F6239}"/>
              </a:ext>
            </a:extLst>
          </p:cNvPr>
          <p:cNvSpPr txBox="1"/>
          <p:nvPr/>
        </p:nvSpPr>
        <p:spPr>
          <a:xfrm>
            <a:off x="83820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5FAC6-78A4-45E0-48A7-AFBBEB10D242}"/>
              </a:ext>
            </a:extLst>
          </p:cNvPr>
          <p:cNvSpPr txBox="1"/>
          <p:nvPr/>
        </p:nvSpPr>
        <p:spPr>
          <a:xfrm>
            <a:off x="82079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6128A-C719-B592-2D48-9E6A2565D568}"/>
              </a:ext>
            </a:extLst>
          </p:cNvPr>
          <p:cNvSpPr txBox="1"/>
          <p:nvPr/>
        </p:nvSpPr>
        <p:spPr>
          <a:xfrm>
            <a:off x="89482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AF8D96-B514-B3DB-801F-10A4BD3B0B7D}"/>
              </a:ext>
            </a:extLst>
          </p:cNvPr>
          <p:cNvSpPr txBox="1"/>
          <p:nvPr/>
        </p:nvSpPr>
        <p:spPr>
          <a:xfrm>
            <a:off x="92964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0BD6DF-2822-6B97-16F4-5B767EF2FD1E}"/>
              </a:ext>
            </a:extLst>
          </p:cNvPr>
          <p:cNvSpPr txBox="1"/>
          <p:nvPr/>
        </p:nvSpPr>
        <p:spPr>
          <a:xfrm>
            <a:off x="91223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14CE18-CE2F-4408-1CD6-4845F4CB38F7}"/>
              </a:ext>
            </a:extLst>
          </p:cNvPr>
          <p:cNvSpPr txBox="1"/>
          <p:nvPr/>
        </p:nvSpPr>
        <p:spPr>
          <a:xfrm>
            <a:off x="7098465" y="43806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C547C-2F1C-643E-2E7F-465BD07BFD3B}"/>
              </a:ext>
            </a:extLst>
          </p:cNvPr>
          <p:cNvSpPr txBox="1"/>
          <p:nvPr/>
        </p:nvSpPr>
        <p:spPr>
          <a:xfrm>
            <a:off x="7446637" y="43806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86858E-EFDC-C74D-2AC1-0A4D6C677470}"/>
              </a:ext>
            </a:extLst>
          </p:cNvPr>
          <p:cNvSpPr txBox="1"/>
          <p:nvPr/>
        </p:nvSpPr>
        <p:spPr>
          <a:xfrm>
            <a:off x="7272551" y="469790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8A6CDE-DE53-DF58-3E96-80C8D5B04A77}"/>
              </a:ext>
            </a:extLst>
          </p:cNvPr>
          <p:cNvSpPr txBox="1"/>
          <p:nvPr/>
        </p:nvSpPr>
        <p:spPr>
          <a:xfrm>
            <a:off x="7098465" y="34662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5502B-1396-8036-FEA7-77EB8F29D2D3}"/>
              </a:ext>
            </a:extLst>
          </p:cNvPr>
          <p:cNvSpPr txBox="1"/>
          <p:nvPr/>
        </p:nvSpPr>
        <p:spPr>
          <a:xfrm>
            <a:off x="7446637" y="34662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7CFE59-1815-CDAE-CC6B-9E463DB9FFA5}"/>
              </a:ext>
            </a:extLst>
          </p:cNvPr>
          <p:cNvSpPr txBox="1"/>
          <p:nvPr/>
        </p:nvSpPr>
        <p:spPr>
          <a:xfrm>
            <a:off x="7272551" y="378350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84B200D-D795-5CB2-B905-1CCC7C9C0056}"/>
              </a:ext>
            </a:extLst>
          </p:cNvPr>
          <p:cNvSpPr txBox="1">
            <a:spLocks/>
          </p:cNvSpPr>
          <p:nvPr/>
        </p:nvSpPr>
        <p:spPr>
          <a:xfrm>
            <a:off x="748748" y="1634452"/>
            <a:ext cx="4420412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36488A"/>
                </a:solidFill>
              </a:rPr>
              <a:t>A* Planner</a:t>
            </a:r>
            <a:endParaRPr lang="de-DE" sz="3000" dirty="0">
              <a:solidFill>
                <a:srgbClr val="3648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591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C2FA-AD60-56AA-11EA-CCEF0C5DB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E8A33E-A4F8-3208-0E07-00727ECBAC3F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0BE6E7-42D6-0D7C-636E-7896281AAE05}"/>
              </a:ext>
            </a:extLst>
          </p:cNvPr>
          <p:cNvSpPr>
            <a:spLocks/>
          </p:cNvSpPr>
          <p:nvPr/>
        </p:nvSpPr>
        <p:spPr>
          <a:xfrm>
            <a:off x="8839200" y="518086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54D421-F135-4192-401B-348F164273EC}"/>
              </a:ext>
            </a:extLst>
          </p:cNvPr>
          <p:cNvSpPr>
            <a:spLocks/>
          </p:cNvSpPr>
          <p:nvPr/>
        </p:nvSpPr>
        <p:spPr>
          <a:xfrm>
            <a:off x="8839200" y="4260820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5EDDB6-5A94-D07A-FF6E-27DF460AC2FF}"/>
              </a:ext>
            </a:extLst>
          </p:cNvPr>
          <p:cNvSpPr>
            <a:spLocks/>
          </p:cNvSpPr>
          <p:nvPr/>
        </p:nvSpPr>
        <p:spPr>
          <a:xfrm>
            <a:off x="7010400" y="518086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AD07AB-F633-BBAE-2125-C20A5BDB9C56}"/>
              </a:ext>
            </a:extLst>
          </p:cNvPr>
          <p:cNvSpPr>
            <a:spLocks/>
          </p:cNvSpPr>
          <p:nvPr/>
        </p:nvSpPr>
        <p:spPr>
          <a:xfrm>
            <a:off x="7010400" y="42608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7C0109-6617-70AC-7886-28C4F6637A67}"/>
              </a:ext>
            </a:extLst>
          </p:cNvPr>
          <p:cNvSpPr>
            <a:spLocks/>
          </p:cNvSpPr>
          <p:nvPr/>
        </p:nvSpPr>
        <p:spPr>
          <a:xfrm>
            <a:off x="8839200" y="334932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54D8BF-ABBE-E71A-A05C-E082A5069E86}"/>
              </a:ext>
            </a:extLst>
          </p:cNvPr>
          <p:cNvSpPr>
            <a:spLocks/>
          </p:cNvSpPr>
          <p:nvPr/>
        </p:nvSpPr>
        <p:spPr>
          <a:xfrm>
            <a:off x="7010400" y="334932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BE781E-C2DF-F0AD-4181-78C0EC15C6CB}"/>
              </a:ext>
            </a:extLst>
          </p:cNvPr>
          <p:cNvSpPr>
            <a:spLocks/>
          </p:cNvSpPr>
          <p:nvPr/>
        </p:nvSpPr>
        <p:spPr>
          <a:xfrm>
            <a:off x="7924800" y="3349328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A98887-9C2E-79D1-FA78-1BCC50A586BE}"/>
              </a:ext>
            </a:extLst>
          </p:cNvPr>
          <p:cNvSpPr>
            <a:spLocks/>
          </p:cNvSpPr>
          <p:nvPr/>
        </p:nvSpPr>
        <p:spPr>
          <a:xfrm>
            <a:off x="7924800" y="518086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B2D838-67DC-DDDA-2FF9-02F2C4AC2D22}"/>
              </a:ext>
            </a:extLst>
          </p:cNvPr>
          <p:cNvSpPr>
            <a:spLocks/>
          </p:cNvSpPr>
          <p:nvPr/>
        </p:nvSpPr>
        <p:spPr>
          <a:xfrm>
            <a:off x="7924800" y="42608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ED2FFF3-18AF-8259-01A2-229225D3ED8A}"/>
              </a:ext>
            </a:extLst>
          </p:cNvPr>
          <p:cNvSpPr>
            <a:spLocks/>
          </p:cNvSpPr>
          <p:nvPr/>
        </p:nvSpPr>
        <p:spPr>
          <a:xfrm>
            <a:off x="9753600" y="5177956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2BC9B8-14EB-FA84-4B5C-ED726E849906}"/>
              </a:ext>
            </a:extLst>
          </p:cNvPr>
          <p:cNvSpPr>
            <a:spLocks/>
          </p:cNvSpPr>
          <p:nvPr/>
        </p:nvSpPr>
        <p:spPr>
          <a:xfrm>
            <a:off x="9753600" y="4257912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DD0B8C8-35D7-3281-397F-099464508337}"/>
              </a:ext>
            </a:extLst>
          </p:cNvPr>
          <p:cNvSpPr>
            <a:spLocks/>
          </p:cNvSpPr>
          <p:nvPr/>
        </p:nvSpPr>
        <p:spPr>
          <a:xfrm>
            <a:off x="9753600" y="33464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4FA7EE4-EEA8-8E10-999C-4D5CB914232F}"/>
              </a:ext>
            </a:extLst>
          </p:cNvPr>
          <p:cNvSpPr>
            <a:spLocks/>
          </p:cNvSpPr>
          <p:nvPr/>
        </p:nvSpPr>
        <p:spPr>
          <a:xfrm>
            <a:off x="8839200" y="244348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701CC4-0C77-230E-9D4E-5D0BC294DEDD}"/>
              </a:ext>
            </a:extLst>
          </p:cNvPr>
          <p:cNvSpPr>
            <a:spLocks/>
          </p:cNvSpPr>
          <p:nvPr/>
        </p:nvSpPr>
        <p:spPr>
          <a:xfrm>
            <a:off x="7010400" y="2443480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248C8B2-5FE7-83F1-4F9D-018E009BA811}"/>
              </a:ext>
            </a:extLst>
          </p:cNvPr>
          <p:cNvSpPr>
            <a:spLocks/>
          </p:cNvSpPr>
          <p:nvPr/>
        </p:nvSpPr>
        <p:spPr>
          <a:xfrm>
            <a:off x="7924800" y="244348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0CEA924-2A64-8812-2365-0388CD479122}"/>
              </a:ext>
            </a:extLst>
          </p:cNvPr>
          <p:cNvSpPr>
            <a:spLocks/>
          </p:cNvSpPr>
          <p:nvPr/>
        </p:nvSpPr>
        <p:spPr>
          <a:xfrm>
            <a:off x="9753600" y="244057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3148B5D-72D5-2180-22F0-77F31B12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521" y="4461141"/>
            <a:ext cx="513758" cy="51375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D197767-07A3-F00A-3836-E52387D8FA91}"/>
              </a:ext>
            </a:extLst>
          </p:cNvPr>
          <p:cNvSpPr txBox="1"/>
          <p:nvPr/>
        </p:nvSpPr>
        <p:spPr>
          <a:xfrm>
            <a:off x="80546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F04A8E-0531-B754-DD2C-522917189EDB}"/>
              </a:ext>
            </a:extLst>
          </p:cNvPr>
          <p:cNvSpPr txBox="1"/>
          <p:nvPr/>
        </p:nvSpPr>
        <p:spPr>
          <a:xfrm>
            <a:off x="84028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6B54B605-49EC-8DA3-34E4-7EAD06EA9D67}"/>
              </a:ext>
            </a:extLst>
          </p:cNvPr>
          <p:cNvSpPr txBox="1"/>
          <p:nvPr/>
        </p:nvSpPr>
        <p:spPr>
          <a:xfrm>
            <a:off x="82287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0FCE12D5-2998-C56E-C271-A8BAC0BF9381}"/>
              </a:ext>
            </a:extLst>
          </p:cNvPr>
          <p:cNvSpPr>
            <a:spLocks/>
          </p:cNvSpPr>
          <p:nvPr/>
        </p:nvSpPr>
        <p:spPr>
          <a:xfrm>
            <a:off x="6096000" y="5177956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A125CA8B-D241-DF48-3D50-E8F2C861DD17}"/>
              </a:ext>
            </a:extLst>
          </p:cNvPr>
          <p:cNvSpPr>
            <a:spLocks/>
          </p:cNvSpPr>
          <p:nvPr/>
        </p:nvSpPr>
        <p:spPr>
          <a:xfrm>
            <a:off x="6096000" y="425791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30816A60-A48C-852E-C8B8-28DDAFF6C77F}"/>
              </a:ext>
            </a:extLst>
          </p:cNvPr>
          <p:cNvSpPr>
            <a:spLocks/>
          </p:cNvSpPr>
          <p:nvPr/>
        </p:nvSpPr>
        <p:spPr>
          <a:xfrm>
            <a:off x="6096000" y="33464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D355293F-73D2-BA42-F649-222C8F25ACA9}"/>
              </a:ext>
            </a:extLst>
          </p:cNvPr>
          <p:cNvSpPr>
            <a:spLocks/>
          </p:cNvSpPr>
          <p:nvPr/>
        </p:nvSpPr>
        <p:spPr>
          <a:xfrm>
            <a:off x="6096000" y="2440572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15DD60C4-112E-7E45-3999-1750014FACBE}"/>
              </a:ext>
            </a:extLst>
          </p:cNvPr>
          <p:cNvSpPr>
            <a:spLocks/>
          </p:cNvSpPr>
          <p:nvPr/>
        </p:nvSpPr>
        <p:spPr>
          <a:xfrm>
            <a:off x="88392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FEBE2909-09E7-F7CB-FCE9-1E9A1AC5BCBD}"/>
              </a:ext>
            </a:extLst>
          </p:cNvPr>
          <p:cNvSpPr>
            <a:spLocks/>
          </p:cNvSpPr>
          <p:nvPr/>
        </p:nvSpPr>
        <p:spPr>
          <a:xfrm>
            <a:off x="7010400" y="153198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40412A1-7C33-58F4-ACE9-A789CC12BE91}"/>
              </a:ext>
            </a:extLst>
          </p:cNvPr>
          <p:cNvSpPr>
            <a:spLocks/>
          </p:cNvSpPr>
          <p:nvPr/>
        </p:nvSpPr>
        <p:spPr>
          <a:xfrm>
            <a:off x="7924800" y="153198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2D13ED99-E9EF-639E-BA02-C24CFC28A558}"/>
              </a:ext>
            </a:extLst>
          </p:cNvPr>
          <p:cNvSpPr>
            <a:spLocks/>
          </p:cNvSpPr>
          <p:nvPr/>
        </p:nvSpPr>
        <p:spPr>
          <a:xfrm>
            <a:off x="9753600" y="15290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AF8F0A4-CD58-B8DF-C566-8EC50B386D05}"/>
              </a:ext>
            </a:extLst>
          </p:cNvPr>
          <p:cNvSpPr>
            <a:spLocks/>
          </p:cNvSpPr>
          <p:nvPr/>
        </p:nvSpPr>
        <p:spPr>
          <a:xfrm>
            <a:off x="6096000" y="152908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36" name="Picture 1035">
            <a:extLst>
              <a:ext uri="{FF2B5EF4-FFF2-40B4-BE49-F238E27FC236}">
                <a16:creationId xmlns:a16="http://schemas.microsoft.com/office/drawing/2014/main" id="{EA63B932-4BAE-3BA6-5418-23AE8E95D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628" y="2148674"/>
            <a:ext cx="209953" cy="209953"/>
          </a:xfrm>
          <a:prstGeom prst="rect">
            <a:avLst/>
          </a:prstGeom>
        </p:spPr>
      </p:pic>
      <p:sp>
        <p:nvSpPr>
          <p:cNvPr id="1037" name="TextBox 1036">
            <a:extLst>
              <a:ext uri="{FF2B5EF4-FFF2-40B4-BE49-F238E27FC236}">
                <a16:creationId xmlns:a16="http://schemas.microsoft.com/office/drawing/2014/main" id="{E95DB2D3-02EE-EF3F-8984-79C6BD9DFD3B}"/>
              </a:ext>
            </a:extLst>
          </p:cNvPr>
          <p:cNvSpPr txBox="1"/>
          <p:nvPr/>
        </p:nvSpPr>
        <p:spPr>
          <a:xfrm>
            <a:off x="89690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34035378-5909-7498-7D32-F1E8B82A6CA3}"/>
              </a:ext>
            </a:extLst>
          </p:cNvPr>
          <p:cNvSpPr txBox="1"/>
          <p:nvPr/>
        </p:nvSpPr>
        <p:spPr>
          <a:xfrm>
            <a:off x="93172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DBB8359F-0D28-A486-A349-C4539EA8A453}"/>
              </a:ext>
            </a:extLst>
          </p:cNvPr>
          <p:cNvSpPr txBox="1"/>
          <p:nvPr/>
        </p:nvSpPr>
        <p:spPr>
          <a:xfrm>
            <a:off x="91431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B525C3E-6AB6-70D1-1030-49A3E7814B00}"/>
              </a:ext>
            </a:extLst>
          </p:cNvPr>
          <p:cNvSpPr txBox="1"/>
          <p:nvPr/>
        </p:nvSpPr>
        <p:spPr>
          <a:xfrm>
            <a:off x="98834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1012734-D8E8-2CBA-3D96-10BD29390930}"/>
              </a:ext>
            </a:extLst>
          </p:cNvPr>
          <p:cNvSpPr txBox="1"/>
          <p:nvPr/>
        </p:nvSpPr>
        <p:spPr>
          <a:xfrm>
            <a:off x="102316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D6AD7937-77A1-DB63-A020-3866DAD4304F}"/>
              </a:ext>
            </a:extLst>
          </p:cNvPr>
          <p:cNvSpPr txBox="1"/>
          <p:nvPr/>
        </p:nvSpPr>
        <p:spPr>
          <a:xfrm>
            <a:off x="100575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27DDB5F-A728-2176-04FB-5BDC0C633BF0}"/>
              </a:ext>
            </a:extLst>
          </p:cNvPr>
          <p:cNvSpPr txBox="1"/>
          <p:nvPr/>
        </p:nvSpPr>
        <p:spPr>
          <a:xfrm>
            <a:off x="80338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B58073E5-9082-0394-15DC-13CB08EDD3C9}"/>
              </a:ext>
            </a:extLst>
          </p:cNvPr>
          <p:cNvSpPr txBox="1"/>
          <p:nvPr/>
        </p:nvSpPr>
        <p:spPr>
          <a:xfrm>
            <a:off x="83820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D27CC88F-53EC-41A7-3E2B-9194682C5C56}"/>
              </a:ext>
            </a:extLst>
          </p:cNvPr>
          <p:cNvSpPr txBox="1"/>
          <p:nvPr/>
        </p:nvSpPr>
        <p:spPr>
          <a:xfrm>
            <a:off x="82079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A5F4ABAA-71D5-4B05-B18B-8342200A99F4}"/>
              </a:ext>
            </a:extLst>
          </p:cNvPr>
          <p:cNvSpPr txBox="1"/>
          <p:nvPr/>
        </p:nvSpPr>
        <p:spPr>
          <a:xfrm>
            <a:off x="89482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F2C1992-D5A7-CEF3-14FC-00F265C9925E}"/>
              </a:ext>
            </a:extLst>
          </p:cNvPr>
          <p:cNvSpPr txBox="1"/>
          <p:nvPr/>
        </p:nvSpPr>
        <p:spPr>
          <a:xfrm>
            <a:off x="92964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52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724216A9-4B93-C74A-3C89-1037C1C80693}"/>
              </a:ext>
            </a:extLst>
          </p:cNvPr>
          <p:cNvSpPr txBox="1"/>
          <p:nvPr/>
        </p:nvSpPr>
        <p:spPr>
          <a:xfrm>
            <a:off x="91223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4135DAAC-3513-B804-FE6D-08C73864BB8C}"/>
              </a:ext>
            </a:extLst>
          </p:cNvPr>
          <p:cNvSpPr txBox="1"/>
          <p:nvPr/>
        </p:nvSpPr>
        <p:spPr>
          <a:xfrm>
            <a:off x="98626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07C49F6C-F98B-4EA1-BEA6-AE9611C70148}"/>
              </a:ext>
            </a:extLst>
          </p:cNvPr>
          <p:cNvSpPr txBox="1"/>
          <p:nvPr/>
        </p:nvSpPr>
        <p:spPr>
          <a:xfrm>
            <a:off x="102108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56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98CB6389-D3DA-4388-10BD-DC12DC12BBA1}"/>
              </a:ext>
            </a:extLst>
          </p:cNvPr>
          <p:cNvSpPr txBox="1"/>
          <p:nvPr/>
        </p:nvSpPr>
        <p:spPr>
          <a:xfrm>
            <a:off x="100367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70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5EB3E771-59E5-88DD-8BB1-FFAED9C74005}"/>
              </a:ext>
            </a:extLst>
          </p:cNvPr>
          <p:cNvSpPr txBox="1"/>
          <p:nvPr/>
        </p:nvSpPr>
        <p:spPr>
          <a:xfrm>
            <a:off x="9862628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B91B1285-7D60-9002-B2D9-43DF361AB0F9}"/>
              </a:ext>
            </a:extLst>
          </p:cNvPr>
          <p:cNvSpPr txBox="1"/>
          <p:nvPr/>
        </p:nvSpPr>
        <p:spPr>
          <a:xfrm>
            <a:off x="10210800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52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603D77B7-5602-AD64-7211-869AC08F4537}"/>
              </a:ext>
            </a:extLst>
          </p:cNvPr>
          <p:cNvSpPr txBox="1"/>
          <p:nvPr/>
        </p:nvSpPr>
        <p:spPr>
          <a:xfrm>
            <a:off x="10036714" y="47437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35C594A6-A941-C6B2-64AD-05BE77F2C730}"/>
              </a:ext>
            </a:extLst>
          </p:cNvPr>
          <p:cNvSpPr txBox="1"/>
          <p:nvPr/>
        </p:nvSpPr>
        <p:spPr>
          <a:xfrm>
            <a:off x="8033828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E04E4B04-9CAE-9950-809C-5FF95429BE41}"/>
              </a:ext>
            </a:extLst>
          </p:cNvPr>
          <p:cNvSpPr txBox="1"/>
          <p:nvPr/>
        </p:nvSpPr>
        <p:spPr>
          <a:xfrm>
            <a:off x="8382000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774BCD83-2F4C-92A3-3724-C045A86FC169}"/>
              </a:ext>
            </a:extLst>
          </p:cNvPr>
          <p:cNvSpPr txBox="1"/>
          <p:nvPr/>
        </p:nvSpPr>
        <p:spPr>
          <a:xfrm>
            <a:off x="8207914" y="47437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9DB90E-813C-9F33-6198-569C2B36099B}"/>
              </a:ext>
            </a:extLst>
          </p:cNvPr>
          <p:cNvSpPr txBox="1"/>
          <p:nvPr/>
        </p:nvSpPr>
        <p:spPr>
          <a:xfrm>
            <a:off x="71194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3DFB0-1249-ACBB-ED34-7F774035582F}"/>
              </a:ext>
            </a:extLst>
          </p:cNvPr>
          <p:cNvSpPr txBox="1"/>
          <p:nvPr/>
        </p:nvSpPr>
        <p:spPr>
          <a:xfrm>
            <a:off x="74676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FACD6-36C0-9F17-4CF5-A305A63568CE}"/>
              </a:ext>
            </a:extLst>
          </p:cNvPr>
          <p:cNvSpPr txBox="1"/>
          <p:nvPr/>
        </p:nvSpPr>
        <p:spPr>
          <a:xfrm>
            <a:off x="72935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1D51E-B33D-125A-F436-6F7315381226}"/>
              </a:ext>
            </a:extLst>
          </p:cNvPr>
          <p:cNvSpPr txBox="1"/>
          <p:nvPr/>
        </p:nvSpPr>
        <p:spPr>
          <a:xfrm>
            <a:off x="80338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4493E-7E79-8CD6-E9E3-68866784F89F}"/>
              </a:ext>
            </a:extLst>
          </p:cNvPr>
          <p:cNvSpPr txBox="1"/>
          <p:nvPr/>
        </p:nvSpPr>
        <p:spPr>
          <a:xfrm>
            <a:off x="83820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120FB-B711-9639-28E6-A26D99C71585}"/>
              </a:ext>
            </a:extLst>
          </p:cNvPr>
          <p:cNvSpPr txBox="1"/>
          <p:nvPr/>
        </p:nvSpPr>
        <p:spPr>
          <a:xfrm>
            <a:off x="82079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F7F79B-9B40-D0F0-2FF4-49EC970A62F9}"/>
              </a:ext>
            </a:extLst>
          </p:cNvPr>
          <p:cNvSpPr txBox="1"/>
          <p:nvPr/>
        </p:nvSpPr>
        <p:spPr>
          <a:xfrm>
            <a:off x="89482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0D89F-C672-8053-E9BB-264116A446F4}"/>
              </a:ext>
            </a:extLst>
          </p:cNvPr>
          <p:cNvSpPr txBox="1"/>
          <p:nvPr/>
        </p:nvSpPr>
        <p:spPr>
          <a:xfrm>
            <a:off x="92964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55757-2093-052C-D043-3BFDE3DAFA8F}"/>
              </a:ext>
            </a:extLst>
          </p:cNvPr>
          <p:cNvSpPr txBox="1"/>
          <p:nvPr/>
        </p:nvSpPr>
        <p:spPr>
          <a:xfrm>
            <a:off x="91223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8EC22-104C-B85D-1CF4-69923395EC13}"/>
              </a:ext>
            </a:extLst>
          </p:cNvPr>
          <p:cNvSpPr txBox="1"/>
          <p:nvPr/>
        </p:nvSpPr>
        <p:spPr>
          <a:xfrm>
            <a:off x="7098465" y="43806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479C9-4BAB-FAA3-B46A-AD2C92A1E93B}"/>
              </a:ext>
            </a:extLst>
          </p:cNvPr>
          <p:cNvSpPr txBox="1"/>
          <p:nvPr/>
        </p:nvSpPr>
        <p:spPr>
          <a:xfrm>
            <a:off x="7446637" y="43806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F638B5-A515-C9CD-EBC2-BB57A05A74B7}"/>
              </a:ext>
            </a:extLst>
          </p:cNvPr>
          <p:cNvSpPr txBox="1"/>
          <p:nvPr/>
        </p:nvSpPr>
        <p:spPr>
          <a:xfrm>
            <a:off x="7272551" y="469790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6D2030-49B0-4835-5DFF-92A068E267E6}"/>
              </a:ext>
            </a:extLst>
          </p:cNvPr>
          <p:cNvSpPr txBox="1"/>
          <p:nvPr/>
        </p:nvSpPr>
        <p:spPr>
          <a:xfrm>
            <a:off x="7098465" y="34662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189EBE-C794-6A2C-32AD-907C2B392AF3}"/>
              </a:ext>
            </a:extLst>
          </p:cNvPr>
          <p:cNvSpPr txBox="1"/>
          <p:nvPr/>
        </p:nvSpPr>
        <p:spPr>
          <a:xfrm>
            <a:off x="7446637" y="34662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9588EE-607A-C2F8-745F-B22157A26B4E}"/>
              </a:ext>
            </a:extLst>
          </p:cNvPr>
          <p:cNvSpPr txBox="1"/>
          <p:nvPr/>
        </p:nvSpPr>
        <p:spPr>
          <a:xfrm>
            <a:off x="7272551" y="378350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B1CCA9-703E-2A42-4F4D-D42D55CA941D}"/>
              </a:ext>
            </a:extLst>
          </p:cNvPr>
          <p:cNvSpPr txBox="1"/>
          <p:nvPr/>
        </p:nvSpPr>
        <p:spPr>
          <a:xfrm>
            <a:off x="7102895" y="17050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E9B24F-E0C8-0282-BD1B-F5752FA71CF7}"/>
              </a:ext>
            </a:extLst>
          </p:cNvPr>
          <p:cNvSpPr txBox="1"/>
          <p:nvPr/>
        </p:nvSpPr>
        <p:spPr>
          <a:xfrm>
            <a:off x="7451067" y="17050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F657D4-8CC2-89DC-4026-069A8104B758}"/>
              </a:ext>
            </a:extLst>
          </p:cNvPr>
          <p:cNvSpPr txBox="1"/>
          <p:nvPr/>
        </p:nvSpPr>
        <p:spPr>
          <a:xfrm>
            <a:off x="7276981" y="2022339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1A47CE-6CFB-A0D1-89E2-FA862818DA79}"/>
              </a:ext>
            </a:extLst>
          </p:cNvPr>
          <p:cNvSpPr txBox="1"/>
          <p:nvPr/>
        </p:nvSpPr>
        <p:spPr>
          <a:xfrm>
            <a:off x="8017295" y="17050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F227EC-280B-6356-C21B-073AF626322B}"/>
              </a:ext>
            </a:extLst>
          </p:cNvPr>
          <p:cNvSpPr txBox="1"/>
          <p:nvPr/>
        </p:nvSpPr>
        <p:spPr>
          <a:xfrm>
            <a:off x="8365467" y="17050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392229-4E08-440C-CC5D-FDDDA0EEB47B}"/>
              </a:ext>
            </a:extLst>
          </p:cNvPr>
          <p:cNvSpPr txBox="1"/>
          <p:nvPr/>
        </p:nvSpPr>
        <p:spPr>
          <a:xfrm>
            <a:off x="8191381" y="2022339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E9FDF4-4B47-F745-23AA-06FAE53568DD}"/>
              </a:ext>
            </a:extLst>
          </p:cNvPr>
          <p:cNvSpPr txBox="1"/>
          <p:nvPr/>
        </p:nvSpPr>
        <p:spPr>
          <a:xfrm>
            <a:off x="6225866" y="35136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80922B-7320-9F32-442C-59331DB2F864}"/>
              </a:ext>
            </a:extLst>
          </p:cNvPr>
          <p:cNvSpPr txBox="1"/>
          <p:nvPr/>
        </p:nvSpPr>
        <p:spPr>
          <a:xfrm>
            <a:off x="6574038" y="35136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6ED24B-D951-5260-AB27-3A416937ED1F}"/>
              </a:ext>
            </a:extLst>
          </p:cNvPr>
          <p:cNvSpPr txBox="1"/>
          <p:nvPr/>
        </p:nvSpPr>
        <p:spPr>
          <a:xfrm>
            <a:off x="6399952" y="38309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C6EDB1-B3A9-545C-6031-B5662C2ED2AC}"/>
              </a:ext>
            </a:extLst>
          </p:cNvPr>
          <p:cNvSpPr txBox="1"/>
          <p:nvPr/>
        </p:nvSpPr>
        <p:spPr>
          <a:xfrm>
            <a:off x="6225866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6433B4-A4D1-9133-459B-10B5F34367DF}"/>
              </a:ext>
            </a:extLst>
          </p:cNvPr>
          <p:cNvSpPr txBox="1"/>
          <p:nvPr/>
        </p:nvSpPr>
        <p:spPr>
          <a:xfrm>
            <a:off x="657403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57CE0E-002A-DD72-C68F-DB17770AFFE8}"/>
              </a:ext>
            </a:extLst>
          </p:cNvPr>
          <p:cNvSpPr txBox="1"/>
          <p:nvPr/>
        </p:nvSpPr>
        <p:spPr>
          <a:xfrm>
            <a:off x="6399952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DC94CB-812B-DB40-21DF-DB9F845FCF92}"/>
              </a:ext>
            </a:extLst>
          </p:cNvPr>
          <p:cNvSpPr txBox="1"/>
          <p:nvPr/>
        </p:nvSpPr>
        <p:spPr>
          <a:xfrm>
            <a:off x="6221561" y="171073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E90C92-3B90-2614-9F18-0B2C904ADBE1}"/>
              </a:ext>
            </a:extLst>
          </p:cNvPr>
          <p:cNvSpPr txBox="1"/>
          <p:nvPr/>
        </p:nvSpPr>
        <p:spPr>
          <a:xfrm>
            <a:off x="6569733" y="171073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3F4B6A-56D8-8B7F-CC13-77BF385C34E6}"/>
              </a:ext>
            </a:extLst>
          </p:cNvPr>
          <p:cNvSpPr txBox="1"/>
          <p:nvPr/>
        </p:nvSpPr>
        <p:spPr>
          <a:xfrm>
            <a:off x="6395647" y="202798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1E2B7B5B-77E2-FD79-9741-2B476C2B2390}"/>
              </a:ext>
            </a:extLst>
          </p:cNvPr>
          <p:cNvSpPr txBox="1">
            <a:spLocks/>
          </p:cNvSpPr>
          <p:nvPr/>
        </p:nvSpPr>
        <p:spPr>
          <a:xfrm>
            <a:off x="748748" y="1634452"/>
            <a:ext cx="4420412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36488A"/>
                </a:solidFill>
              </a:rPr>
              <a:t>A* Planner</a:t>
            </a:r>
            <a:endParaRPr lang="de-DE" sz="3000" dirty="0">
              <a:solidFill>
                <a:srgbClr val="3648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82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1102A-3FE7-15B2-6336-7B1F285D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1C1CDA7-2017-98B5-3EA4-8A7441A04E5A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39B634-EA83-260D-CC01-EC8B7FA94286}"/>
              </a:ext>
            </a:extLst>
          </p:cNvPr>
          <p:cNvSpPr>
            <a:spLocks/>
          </p:cNvSpPr>
          <p:nvPr/>
        </p:nvSpPr>
        <p:spPr>
          <a:xfrm>
            <a:off x="8839200" y="518086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866E-FD56-809E-1922-B5FA42BD0424}"/>
              </a:ext>
            </a:extLst>
          </p:cNvPr>
          <p:cNvSpPr>
            <a:spLocks/>
          </p:cNvSpPr>
          <p:nvPr/>
        </p:nvSpPr>
        <p:spPr>
          <a:xfrm>
            <a:off x="8839200" y="4260820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8616A8-C59B-C793-E520-6558558A2995}"/>
              </a:ext>
            </a:extLst>
          </p:cNvPr>
          <p:cNvSpPr>
            <a:spLocks/>
          </p:cNvSpPr>
          <p:nvPr/>
        </p:nvSpPr>
        <p:spPr>
          <a:xfrm>
            <a:off x="7010400" y="518086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D17378-27D2-BCF9-DD88-7BF50EC6C482}"/>
              </a:ext>
            </a:extLst>
          </p:cNvPr>
          <p:cNvSpPr>
            <a:spLocks/>
          </p:cNvSpPr>
          <p:nvPr/>
        </p:nvSpPr>
        <p:spPr>
          <a:xfrm>
            <a:off x="7010400" y="42608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62A82D-D5EF-05AD-05D0-87EE03DCEF57}"/>
              </a:ext>
            </a:extLst>
          </p:cNvPr>
          <p:cNvSpPr>
            <a:spLocks/>
          </p:cNvSpPr>
          <p:nvPr/>
        </p:nvSpPr>
        <p:spPr>
          <a:xfrm>
            <a:off x="8839200" y="334932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BDDD29-3A45-88B1-0E08-9852136792B0}"/>
              </a:ext>
            </a:extLst>
          </p:cNvPr>
          <p:cNvSpPr>
            <a:spLocks/>
          </p:cNvSpPr>
          <p:nvPr/>
        </p:nvSpPr>
        <p:spPr>
          <a:xfrm>
            <a:off x="7010400" y="334932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E461E3-5F59-65CB-A5CC-4C150D924CDA}"/>
              </a:ext>
            </a:extLst>
          </p:cNvPr>
          <p:cNvSpPr>
            <a:spLocks/>
          </p:cNvSpPr>
          <p:nvPr/>
        </p:nvSpPr>
        <p:spPr>
          <a:xfrm>
            <a:off x="7924800" y="3349328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6066FB-85E5-D99A-4614-7EA16F394586}"/>
              </a:ext>
            </a:extLst>
          </p:cNvPr>
          <p:cNvSpPr>
            <a:spLocks/>
          </p:cNvSpPr>
          <p:nvPr/>
        </p:nvSpPr>
        <p:spPr>
          <a:xfrm>
            <a:off x="7924800" y="518086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46722C-6D60-C51A-58BF-D2F208F76B7A}"/>
              </a:ext>
            </a:extLst>
          </p:cNvPr>
          <p:cNvSpPr>
            <a:spLocks/>
          </p:cNvSpPr>
          <p:nvPr/>
        </p:nvSpPr>
        <p:spPr>
          <a:xfrm>
            <a:off x="7924800" y="42608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DE2B8F-30B8-5A7B-519E-37272EFC25AF}"/>
              </a:ext>
            </a:extLst>
          </p:cNvPr>
          <p:cNvSpPr>
            <a:spLocks/>
          </p:cNvSpPr>
          <p:nvPr/>
        </p:nvSpPr>
        <p:spPr>
          <a:xfrm>
            <a:off x="9753600" y="5177956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F1F73DA-7A27-D8E1-CEB0-DED0AF45E68C}"/>
              </a:ext>
            </a:extLst>
          </p:cNvPr>
          <p:cNvSpPr>
            <a:spLocks/>
          </p:cNvSpPr>
          <p:nvPr/>
        </p:nvSpPr>
        <p:spPr>
          <a:xfrm>
            <a:off x="9753600" y="4257912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1E980B-567D-569F-4426-6E4142B2F474}"/>
              </a:ext>
            </a:extLst>
          </p:cNvPr>
          <p:cNvSpPr>
            <a:spLocks/>
          </p:cNvSpPr>
          <p:nvPr/>
        </p:nvSpPr>
        <p:spPr>
          <a:xfrm>
            <a:off x="9753600" y="33464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43D4DD2-4877-A3F7-F9AD-DDFF4FF00819}"/>
              </a:ext>
            </a:extLst>
          </p:cNvPr>
          <p:cNvSpPr>
            <a:spLocks/>
          </p:cNvSpPr>
          <p:nvPr/>
        </p:nvSpPr>
        <p:spPr>
          <a:xfrm>
            <a:off x="8839200" y="244348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2877193-A350-BF8F-7CEA-77764BC5DBE5}"/>
              </a:ext>
            </a:extLst>
          </p:cNvPr>
          <p:cNvSpPr>
            <a:spLocks/>
          </p:cNvSpPr>
          <p:nvPr/>
        </p:nvSpPr>
        <p:spPr>
          <a:xfrm>
            <a:off x="7010400" y="2443480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E833FAA-52A2-B909-5EC9-0EC1D3FAF78D}"/>
              </a:ext>
            </a:extLst>
          </p:cNvPr>
          <p:cNvSpPr>
            <a:spLocks/>
          </p:cNvSpPr>
          <p:nvPr/>
        </p:nvSpPr>
        <p:spPr>
          <a:xfrm>
            <a:off x="7924800" y="244348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7D6981-8CEC-3926-8F44-59881F199CC6}"/>
              </a:ext>
            </a:extLst>
          </p:cNvPr>
          <p:cNvSpPr>
            <a:spLocks/>
          </p:cNvSpPr>
          <p:nvPr/>
        </p:nvSpPr>
        <p:spPr>
          <a:xfrm>
            <a:off x="9753600" y="244057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8EDD026-E3C1-6BF5-B19F-E41F6A9D8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521" y="4461141"/>
            <a:ext cx="513758" cy="51375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BC24762-EBD1-8659-2BC3-FB51B1B2FCC7}"/>
              </a:ext>
            </a:extLst>
          </p:cNvPr>
          <p:cNvSpPr txBox="1"/>
          <p:nvPr/>
        </p:nvSpPr>
        <p:spPr>
          <a:xfrm>
            <a:off x="80546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241059-5923-BEB8-1040-44A9F1EBF50F}"/>
              </a:ext>
            </a:extLst>
          </p:cNvPr>
          <p:cNvSpPr txBox="1"/>
          <p:nvPr/>
        </p:nvSpPr>
        <p:spPr>
          <a:xfrm>
            <a:off x="84028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DFBB5E32-45EA-44B4-9C71-D75DB636AE4A}"/>
              </a:ext>
            </a:extLst>
          </p:cNvPr>
          <p:cNvSpPr txBox="1"/>
          <p:nvPr/>
        </p:nvSpPr>
        <p:spPr>
          <a:xfrm>
            <a:off x="82287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268628F2-2F3A-97F8-6DD9-139456B34DD7}"/>
              </a:ext>
            </a:extLst>
          </p:cNvPr>
          <p:cNvSpPr>
            <a:spLocks/>
          </p:cNvSpPr>
          <p:nvPr/>
        </p:nvSpPr>
        <p:spPr>
          <a:xfrm>
            <a:off x="6096000" y="5177956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73607860-771A-1C99-33D7-7517434378F9}"/>
              </a:ext>
            </a:extLst>
          </p:cNvPr>
          <p:cNvSpPr>
            <a:spLocks/>
          </p:cNvSpPr>
          <p:nvPr/>
        </p:nvSpPr>
        <p:spPr>
          <a:xfrm>
            <a:off x="6096000" y="4257912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82017E2B-B9BC-0202-279C-259A81AEA4CB}"/>
              </a:ext>
            </a:extLst>
          </p:cNvPr>
          <p:cNvSpPr>
            <a:spLocks/>
          </p:cNvSpPr>
          <p:nvPr/>
        </p:nvSpPr>
        <p:spPr>
          <a:xfrm>
            <a:off x="6096000" y="334642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C0224CB6-F680-DE40-B659-5B9C2F5D5376}"/>
              </a:ext>
            </a:extLst>
          </p:cNvPr>
          <p:cNvSpPr>
            <a:spLocks/>
          </p:cNvSpPr>
          <p:nvPr/>
        </p:nvSpPr>
        <p:spPr>
          <a:xfrm>
            <a:off x="6096000" y="2440572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DDD2198-F9B5-8A54-068A-69DC0C2E4600}"/>
              </a:ext>
            </a:extLst>
          </p:cNvPr>
          <p:cNvSpPr>
            <a:spLocks/>
          </p:cNvSpPr>
          <p:nvPr/>
        </p:nvSpPr>
        <p:spPr>
          <a:xfrm>
            <a:off x="8839200" y="153198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4736D42E-88BB-C937-436B-DD0D11B27725}"/>
              </a:ext>
            </a:extLst>
          </p:cNvPr>
          <p:cNvSpPr>
            <a:spLocks/>
          </p:cNvSpPr>
          <p:nvPr/>
        </p:nvSpPr>
        <p:spPr>
          <a:xfrm>
            <a:off x="7010400" y="153198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540AF54-0AEE-B814-05D8-AC7BAB094F43}"/>
              </a:ext>
            </a:extLst>
          </p:cNvPr>
          <p:cNvSpPr>
            <a:spLocks/>
          </p:cNvSpPr>
          <p:nvPr/>
        </p:nvSpPr>
        <p:spPr>
          <a:xfrm>
            <a:off x="7924800" y="153198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C8B4CCD4-BAB2-63AC-3E2D-9E161A3BA181}"/>
              </a:ext>
            </a:extLst>
          </p:cNvPr>
          <p:cNvSpPr>
            <a:spLocks/>
          </p:cNvSpPr>
          <p:nvPr/>
        </p:nvSpPr>
        <p:spPr>
          <a:xfrm>
            <a:off x="9753600" y="152908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4D4B232-DD37-AB94-18EA-15409B2F99B7}"/>
              </a:ext>
            </a:extLst>
          </p:cNvPr>
          <p:cNvSpPr>
            <a:spLocks/>
          </p:cNvSpPr>
          <p:nvPr/>
        </p:nvSpPr>
        <p:spPr>
          <a:xfrm>
            <a:off x="6096000" y="1529080"/>
            <a:ext cx="914400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36" name="Picture 1035">
            <a:extLst>
              <a:ext uri="{FF2B5EF4-FFF2-40B4-BE49-F238E27FC236}">
                <a16:creationId xmlns:a16="http://schemas.microsoft.com/office/drawing/2014/main" id="{185B4048-327A-7E2F-6A05-A8D5F2859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628" y="2148674"/>
            <a:ext cx="209953" cy="209953"/>
          </a:xfrm>
          <a:prstGeom prst="rect">
            <a:avLst/>
          </a:prstGeom>
        </p:spPr>
      </p:pic>
      <p:sp>
        <p:nvSpPr>
          <p:cNvPr id="1037" name="TextBox 1036">
            <a:extLst>
              <a:ext uri="{FF2B5EF4-FFF2-40B4-BE49-F238E27FC236}">
                <a16:creationId xmlns:a16="http://schemas.microsoft.com/office/drawing/2014/main" id="{2938445B-55D8-389B-244A-A6F3F7FC83AF}"/>
              </a:ext>
            </a:extLst>
          </p:cNvPr>
          <p:cNvSpPr txBox="1"/>
          <p:nvPr/>
        </p:nvSpPr>
        <p:spPr>
          <a:xfrm>
            <a:off x="89690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3C124CE5-43C8-F5AF-E6C5-8735D0BDEC78}"/>
              </a:ext>
            </a:extLst>
          </p:cNvPr>
          <p:cNvSpPr txBox="1"/>
          <p:nvPr/>
        </p:nvSpPr>
        <p:spPr>
          <a:xfrm>
            <a:off x="93172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0DD49435-C004-A702-473F-D39026E951F9}"/>
              </a:ext>
            </a:extLst>
          </p:cNvPr>
          <p:cNvSpPr txBox="1"/>
          <p:nvPr/>
        </p:nvSpPr>
        <p:spPr>
          <a:xfrm>
            <a:off x="91431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0D73D1CB-3CEB-8BA7-77E7-8824C67883CA}"/>
              </a:ext>
            </a:extLst>
          </p:cNvPr>
          <p:cNvSpPr txBox="1"/>
          <p:nvPr/>
        </p:nvSpPr>
        <p:spPr>
          <a:xfrm>
            <a:off x="9883466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B9E3BCF8-2788-AE42-6048-9CAAE9891B3C}"/>
              </a:ext>
            </a:extLst>
          </p:cNvPr>
          <p:cNvSpPr txBox="1"/>
          <p:nvPr/>
        </p:nvSpPr>
        <p:spPr>
          <a:xfrm>
            <a:off x="10231638" y="351077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744A24DA-2029-E0D2-40BA-955DDD626452}"/>
              </a:ext>
            </a:extLst>
          </p:cNvPr>
          <p:cNvSpPr txBox="1"/>
          <p:nvPr/>
        </p:nvSpPr>
        <p:spPr>
          <a:xfrm>
            <a:off x="10057552" y="382802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985DB59-5233-A5D6-8B7E-9B5E69AEDA15}"/>
              </a:ext>
            </a:extLst>
          </p:cNvPr>
          <p:cNvSpPr txBox="1"/>
          <p:nvPr/>
        </p:nvSpPr>
        <p:spPr>
          <a:xfrm>
            <a:off x="80338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5E91688B-3B62-7692-A484-383AD17A24E6}"/>
              </a:ext>
            </a:extLst>
          </p:cNvPr>
          <p:cNvSpPr txBox="1"/>
          <p:nvPr/>
        </p:nvSpPr>
        <p:spPr>
          <a:xfrm>
            <a:off x="83820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ADA38F2-9CA5-C208-272A-B1F8660D6E67}"/>
              </a:ext>
            </a:extLst>
          </p:cNvPr>
          <p:cNvSpPr txBox="1"/>
          <p:nvPr/>
        </p:nvSpPr>
        <p:spPr>
          <a:xfrm>
            <a:off x="82079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D82E3913-42C5-2F8B-DBC3-B431C2CCB8CF}"/>
              </a:ext>
            </a:extLst>
          </p:cNvPr>
          <p:cNvSpPr txBox="1"/>
          <p:nvPr/>
        </p:nvSpPr>
        <p:spPr>
          <a:xfrm>
            <a:off x="89482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91748F36-1CE1-8A4A-F530-96615A31A7F6}"/>
              </a:ext>
            </a:extLst>
          </p:cNvPr>
          <p:cNvSpPr txBox="1"/>
          <p:nvPr/>
        </p:nvSpPr>
        <p:spPr>
          <a:xfrm>
            <a:off x="92964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52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83657DBC-A668-191F-F9AB-9E635B14F6B5}"/>
              </a:ext>
            </a:extLst>
          </p:cNvPr>
          <p:cNvSpPr txBox="1"/>
          <p:nvPr/>
        </p:nvSpPr>
        <p:spPr>
          <a:xfrm>
            <a:off x="91223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7040FD23-B0EF-26E1-6AED-63B8EBA2C5BF}"/>
              </a:ext>
            </a:extLst>
          </p:cNvPr>
          <p:cNvSpPr txBox="1"/>
          <p:nvPr/>
        </p:nvSpPr>
        <p:spPr>
          <a:xfrm>
            <a:off x="9862628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446EB587-BF56-0A0D-2657-65B3D18AB7B3}"/>
              </a:ext>
            </a:extLst>
          </p:cNvPr>
          <p:cNvSpPr txBox="1"/>
          <p:nvPr/>
        </p:nvSpPr>
        <p:spPr>
          <a:xfrm>
            <a:off x="10210800" y="53409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56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8ED8DABA-98B7-9C3F-690C-AF16648B3025}"/>
              </a:ext>
            </a:extLst>
          </p:cNvPr>
          <p:cNvSpPr txBox="1"/>
          <p:nvPr/>
        </p:nvSpPr>
        <p:spPr>
          <a:xfrm>
            <a:off x="10036714" y="56581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70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77A5F94B-96D2-7F6D-CD96-43053A5B1929}"/>
              </a:ext>
            </a:extLst>
          </p:cNvPr>
          <p:cNvSpPr txBox="1"/>
          <p:nvPr/>
        </p:nvSpPr>
        <p:spPr>
          <a:xfrm>
            <a:off x="9862628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A2D4032-1FCB-93A3-D988-34CB459D2EEC}"/>
              </a:ext>
            </a:extLst>
          </p:cNvPr>
          <p:cNvSpPr txBox="1"/>
          <p:nvPr/>
        </p:nvSpPr>
        <p:spPr>
          <a:xfrm>
            <a:off x="10210800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52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82181AB-42C0-80F7-5561-D748A1CAC2CF}"/>
              </a:ext>
            </a:extLst>
          </p:cNvPr>
          <p:cNvSpPr txBox="1"/>
          <p:nvPr/>
        </p:nvSpPr>
        <p:spPr>
          <a:xfrm>
            <a:off x="10036714" y="47437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221A2CEA-2A8F-912D-5022-BB9122E0E373}"/>
              </a:ext>
            </a:extLst>
          </p:cNvPr>
          <p:cNvSpPr txBox="1"/>
          <p:nvPr/>
        </p:nvSpPr>
        <p:spPr>
          <a:xfrm>
            <a:off x="8033828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930CB309-2D70-6D25-A820-FE6C8E936F4F}"/>
              </a:ext>
            </a:extLst>
          </p:cNvPr>
          <p:cNvSpPr txBox="1"/>
          <p:nvPr/>
        </p:nvSpPr>
        <p:spPr>
          <a:xfrm>
            <a:off x="8382000" y="442654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357C0643-97CC-09F5-1DAB-0398B4FE541C}"/>
              </a:ext>
            </a:extLst>
          </p:cNvPr>
          <p:cNvSpPr txBox="1"/>
          <p:nvPr/>
        </p:nvSpPr>
        <p:spPr>
          <a:xfrm>
            <a:off x="8207914" y="474378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EF7593-609F-2C5F-AD6D-4A70A0038ED2}"/>
              </a:ext>
            </a:extLst>
          </p:cNvPr>
          <p:cNvSpPr txBox="1"/>
          <p:nvPr/>
        </p:nvSpPr>
        <p:spPr>
          <a:xfrm>
            <a:off x="71194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5DAD5D-09B8-3501-73BD-2F0D346D53DA}"/>
              </a:ext>
            </a:extLst>
          </p:cNvPr>
          <p:cNvSpPr txBox="1"/>
          <p:nvPr/>
        </p:nvSpPr>
        <p:spPr>
          <a:xfrm>
            <a:off x="74676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0CB1EA-2969-F071-5FB8-0E1BC1D2146B}"/>
              </a:ext>
            </a:extLst>
          </p:cNvPr>
          <p:cNvSpPr txBox="1"/>
          <p:nvPr/>
        </p:nvSpPr>
        <p:spPr>
          <a:xfrm>
            <a:off x="72935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6AC37-6FB5-F953-8475-0AB7FF1782C0}"/>
              </a:ext>
            </a:extLst>
          </p:cNvPr>
          <p:cNvSpPr txBox="1"/>
          <p:nvPr/>
        </p:nvSpPr>
        <p:spPr>
          <a:xfrm>
            <a:off x="80338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A1A2E-BCC8-DCAA-CB73-FBA754BAA752}"/>
              </a:ext>
            </a:extLst>
          </p:cNvPr>
          <p:cNvSpPr txBox="1"/>
          <p:nvPr/>
        </p:nvSpPr>
        <p:spPr>
          <a:xfrm>
            <a:off x="83820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3D6DF-FA40-3A1A-93CB-9A313934C404}"/>
              </a:ext>
            </a:extLst>
          </p:cNvPr>
          <p:cNvSpPr txBox="1"/>
          <p:nvPr/>
        </p:nvSpPr>
        <p:spPr>
          <a:xfrm>
            <a:off x="82079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B85CB-3629-A0E2-B91D-BCD1B744E9E4}"/>
              </a:ext>
            </a:extLst>
          </p:cNvPr>
          <p:cNvSpPr txBox="1"/>
          <p:nvPr/>
        </p:nvSpPr>
        <p:spPr>
          <a:xfrm>
            <a:off x="894822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1700A-58CD-21D4-A3A0-648DC793CD99}"/>
              </a:ext>
            </a:extLst>
          </p:cNvPr>
          <p:cNvSpPr txBox="1"/>
          <p:nvPr/>
        </p:nvSpPr>
        <p:spPr>
          <a:xfrm>
            <a:off x="9296400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A4A25-F8D6-1221-1FF8-CBCB627722E6}"/>
              </a:ext>
            </a:extLst>
          </p:cNvPr>
          <p:cNvSpPr txBox="1"/>
          <p:nvPr/>
        </p:nvSpPr>
        <p:spPr>
          <a:xfrm>
            <a:off x="9122314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D44A5D-2AF7-B2FE-84C9-B6DBAEFB75C1}"/>
              </a:ext>
            </a:extLst>
          </p:cNvPr>
          <p:cNvSpPr txBox="1"/>
          <p:nvPr/>
        </p:nvSpPr>
        <p:spPr>
          <a:xfrm>
            <a:off x="7098465" y="43806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BCD7AF-F2A9-DB3B-44AE-049D9D69EEE8}"/>
              </a:ext>
            </a:extLst>
          </p:cNvPr>
          <p:cNvSpPr txBox="1"/>
          <p:nvPr/>
        </p:nvSpPr>
        <p:spPr>
          <a:xfrm>
            <a:off x="7446637" y="43806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78C457-CD27-84AD-F8BD-3510DBA0F21D}"/>
              </a:ext>
            </a:extLst>
          </p:cNvPr>
          <p:cNvSpPr txBox="1"/>
          <p:nvPr/>
        </p:nvSpPr>
        <p:spPr>
          <a:xfrm>
            <a:off x="7272551" y="469790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4E8D8A-BC48-DFFF-7DE2-82D15C5E2FD2}"/>
              </a:ext>
            </a:extLst>
          </p:cNvPr>
          <p:cNvSpPr txBox="1"/>
          <p:nvPr/>
        </p:nvSpPr>
        <p:spPr>
          <a:xfrm>
            <a:off x="7098465" y="34662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47030-76BE-B850-1B40-2291D21F543E}"/>
              </a:ext>
            </a:extLst>
          </p:cNvPr>
          <p:cNvSpPr txBox="1"/>
          <p:nvPr/>
        </p:nvSpPr>
        <p:spPr>
          <a:xfrm>
            <a:off x="7446637" y="3466254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FBF7E4-51D8-ED79-67A1-F4F644949200}"/>
              </a:ext>
            </a:extLst>
          </p:cNvPr>
          <p:cNvSpPr txBox="1"/>
          <p:nvPr/>
        </p:nvSpPr>
        <p:spPr>
          <a:xfrm>
            <a:off x="7272551" y="3783500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4A8740-F8C2-6486-23F2-61FD061A89D4}"/>
              </a:ext>
            </a:extLst>
          </p:cNvPr>
          <p:cNvSpPr txBox="1"/>
          <p:nvPr/>
        </p:nvSpPr>
        <p:spPr>
          <a:xfrm>
            <a:off x="7102895" y="17050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3A2388-F4D7-BC07-D014-F9A0BC25D857}"/>
              </a:ext>
            </a:extLst>
          </p:cNvPr>
          <p:cNvSpPr txBox="1"/>
          <p:nvPr/>
        </p:nvSpPr>
        <p:spPr>
          <a:xfrm>
            <a:off x="7451067" y="17050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6E812E-3A8D-1B3D-B728-1745B2C4E690}"/>
              </a:ext>
            </a:extLst>
          </p:cNvPr>
          <p:cNvSpPr txBox="1"/>
          <p:nvPr/>
        </p:nvSpPr>
        <p:spPr>
          <a:xfrm>
            <a:off x="7276981" y="2022339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58FB97-09AB-9026-7577-9EEC171F337A}"/>
              </a:ext>
            </a:extLst>
          </p:cNvPr>
          <p:cNvSpPr txBox="1"/>
          <p:nvPr/>
        </p:nvSpPr>
        <p:spPr>
          <a:xfrm>
            <a:off x="8017295" y="17050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70003C-4DC7-FF80-E9D5-8BB09D4BDFB1}"/>
              </a:ext>
            </a:extLst>
          </p:cNvPr>
          <p:cNvSpPr txBox="1"/>
          <p:nvPr/>
        </p:nvSpPr>
        <p:spPr>
          <a:xfrm>
            <a:off x="8365467" y="1705093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BD84B0-B407-5D79-8C19-FDBDBE3DB2FD}"/>
              </a:ext>
            </a:extLst>
          </p:cNvPr>
          <p:cNvSpPr txBox="1"/>
          <p:nvPr/>
        </p:nvSpPr>
        <p:spPr>
          <a:xfrm>
            <a:off x="8191381" y="2022339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40FDF6-67A8-0966-7AEA-E0058A693272}"/>
              </a:ext>
            </a:extLst>
          </p:cNvPr>
          <p:cNvSpPr txBox="1"/>
          <p:nvPr/>
        </p:nvSpPr>
        <p:spPr>
          <a:xfrm>
            <a:off x="6225866" y="35136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2990FA-7FA8-10A4-D329-CCE35F3E10C2}"/>
              </a:ext>
            </a:extLst>
          </p:cNvPr>
          <p:cNvSpPr txBox="1"/>
          <p:nvPr/>
        </p:nvSpPr>
        <p:spPr>
          <a:xfrm>
            <a:off x="6574038" y="35136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4504B-ABB8-E23F-9C05-5E2A4D322C49}"/>
              </a:ext>
            </a:extLst>
          </p:cNvPr>
          <p:cNvSpPr txBox="1"/>
          <p:nvPr/>
        </p:nvSpPr>
        <p:spPr>
          <a:xfrm>
            <a:off x="6399952" y="38309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EDAB37-556E-3C3C-CBFE-38A312E93B0B}"/>
              </a:ext>
            </a:extLst>
          </p:cNvPr>
          <p:cNvSpPr txBox="1"/>
          <p:nvPr/>
        </p:nvSpPr>
        <p:spPr>
          <a:xfrm>
            <a:off x="6225866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38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B1D330-75EC-B496-0D8F-2AB3B200EDD1}"/>
              </a:ext>
            </a:extLst>
          </p:cNvPr>
          <p:cNvSpPr txBox="1"/>
          <p:nvPr/>
        </p:nvSpPr>
        <p:spPr>
          <a:xfrm>
            <a:off x="6574038" y="2599282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983B7A-D46A-F2EB-CBC3-BEF2B28D614E}"/>
              </a:ext>
            </a:extLst>
          </p:cNvPr>
          <p:cNvSpPr txBox="1"/>
          <p:nvPr/>
        </p:nvSpPr>
        <p:spPr>
          <a:xfrm>
            <a:off x="6399952" y="2916528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C6EB2B-B6FD-2554-02A7-1AD87FD72E0C}"/>
              </a:ext>
            </a:extLst>
          </p:cNvPr>
          <p:cNvSpPr txBox="1"/>
          <p:nvPr/>
        </p:nvSpPr>
        <p:spPr>
          <a:xfrm>
            <a:off x="6221561" y="171073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D9E6FA-B9E3-DD88-3FAA-EC4EBC49B17C}"/>
              </a:ext>
            </a:extLst>
          </p:cNvPr>
          <p:cNvSpPr txBox="1"/>
          <p:nvPr/>
        </p:nvSpPr>
        <p:spPr>
          <a:xfrm>
            <a:off x="6569733" y="1710735"/>
            <a:ext cx="266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E3E0C6-DC3D-77C5-CA31-E2698F3AEDB7}"/>
              </a:ext>
            </a:extLst>
          </p:cNvPr>
          <p:cNvSpPr txBox="1"/>
          <p:nvPr/>
        </p:nvSpPr>
        <p:spPr>
          <a:xfrm>
            <a:off x="6395647" y="2027981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42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C29BAE51-5924-3DD5-46A5-393E0B6A265C}"/>
              </a:ext>
            </a:extLst>
          </p:cNvPr>
          <p:cNvSpPr txBox="1">
            <a:spLocks/>
          </p:cNvSpPr>
          <p:nvPr/>
        </p:nvSpPr>
        <p:spPr>
          <a:xfrm>
            <a:off x="748748" y="1634452"/>
            <a:ext cx="4420412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36488A"/>
                </a:solidFill>
              </a:rPr>
              <a:t>A* Planner</a:t>
            </a:r>
            <a:endParaRPr lang="de-DE" sz="3000" dirty="0">
              <a:solidFill>
                <a:srgbClr val="3648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984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209A-8D1B-4AB0-3ABE-D34B18F8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23082A6-76A1-4EB1-2555-03878D4F6887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54D0019-188A-3EC1-9459-C1F6A9CB7130}"/>
              </a:ext>
            </a:extLst>
          </p:cNvPr>
          <p:cNvSpPr>
            <a:spLocks/>
          </p:cNvSpPr>
          <p:nvPr/>
        </p:nvSpPr>
        <p:spPr>
          <a:xfrm>
            <a:off x="2972499" y="507965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ED438E2-B230-7219-B14B-5F879546D93C}"/>
              </a:ext>
            </a:extLst>
          </p:cNvPr>
          <p:cNvSpPr>
            <a:spLocks/>
          </p:cNvSpPr>
          <p:nvPr/>
        </p:nvSpPr>
        <p:spPr>
          <a:xfrm>
            <a:off x="29724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8C0E0CD-9A3C-01D4-A542-9BF105081FF3}"/>
              </a:ext>
            </a:extLst>
          </p:cNvPr>
          <p:cNvSpPr>
            <a:spLocks/>
          </p:cNvSpPr>
          <p:nvPr/>
        </p:nvSpPr>
        <p:spPr>
          <a:xfrm>
            <a:off x="1143699" y="507965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58FC3AD-0668-DE61-4EEA-3892A04733CC}"/>
              </a:ext>
            </a:extLst>
          </p:cNvPr>
          <p:cNvSpPr>
            <a:spLocks/>
          </p:cNvSpPr>
          <p:nvPr/>
        </p:nvSpPr>
        <p:spPr>
          <a:xfrm>
            <a:off x="2058099" y="507965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C5A3CFF-02EF-E8A9-062B-3D5C8EEF3F05}"/>
              </a:ext>
            </a:extLst>
          </p:cNvPr>
          <p:cNvSpPr>
            <a:spLocks/>
          </p:cNvSpPr>
          <p:nvPr/>
        </p:nvSpPr>
        <p:spPr>
          <a:xfrm>
            <a:off x="20580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11A7414-5ED0-F491-3D07-764B66B33C0E}"/>
              </a:ext>
            </a:extLst>
          </p:cNvPr>
          <p:cNvSpPr>
            <a:spLocks/>
          </p:cNvSpPr>
          <p:nvPr/>
        </p:nvSpPr>
        <p:spPr>
          <a:xfrm>
            <a:off x="11436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C45788E-5DAD-9BD5-B652-B42B9A480A46}"/>
              </a:ext>
            </a:extLst>
          </p:cNvPr>
          <p:cNvSpPr>
            <a:spLocks/>
          </p:cNvSpPr>
          <p:nvPr/>
        </p:nvSpPr>
        <p:spPr>
          <a:xfrm>
            <a:off x="2972499" y="324811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01DAB9E-3E5A-A872-8FC1-EBBA46607F74}"/>
              </a:ext>
            </a:extLst>
          </p:cNvPr>
          <p:cNvSpPr>
            <a:spLocks/>
          </p:cNvSpPr>
          <p:nvPr/>
        </p:nvSpPr>
        <p:spPr>
          <a:xfrm>
            <a:off x="1143699" y="324811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FC07B7B-43FF-6787-94A5-56F5E4FD1E8F}"/>
              </a:ext>
            </a:extLst>
          </p:cNvPr>
          <p:cNvSpPr>
            <a:spLocks/>
          </p:cNvSpPr>
          <p:nvPr/>
        </p:nvSpPr>
        <p:spPr>
          <a:xfrm>
            <a:off x="2058099" y="324811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83D27539-410D-9EC5-1531-D3EFA36EC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420" y="4361385"/>
            <a:ext cx="513758" cy="513758"/>
          </a:xfrm>
          <a:prstGeom prst="rect">
            <a:avLst/>
          </a:prstGeom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4E905EB-6881-0CF7-9DEE-CCFA94559405}"/>
              </a:ext>
            </a:extLst>
          </p:cNvPr>
          <p:cNvCxnSpPr/>
          <p:nvPr/>
        </p:nvCxnSpPr>
        <p:spPr>
          <a:xfrm flipV="1">
            <a:off x="2515299" y="3817912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EB3D434-A080-2242-28C9-7119CA92E3CE}"/>
              </a:ext>
            </a:extLst>
          </p:cNvPr>
          <p:cNvCxnSpPr>
            <a:cxnSpLocks/>
          </p:cNvCxnSpPr>
          <p:nvPr/>
        </p:nvCxnSpPr>
        <p:spPr>
          <a:xfrm>
            <a:off x="2511772" y="4897043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" name="Multiply 101">
            <a:extLst>
              <a:ext uri="{FF2B5EF4-FFF2-40B4-BE49-F238E27FC236}">
                <a16:creationId xmlns:a16="http://schemas.microsoft.com/office/drawing/2014/main" id="{403A7D94-0089-C3D0-7FEF-0BFA3EA82E94}"/>
              </a:ext>
            </a:extLst>
          </p:cNvPr>
          <p:cNvSpPr/>
          <p:nvPr/>
        </p:nvSpPr>
        <p:spPr>
          <a:xfrm>
            <a:off x="1737096" y="364902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3" name="Multiply 102">
            <a:extLst>
              <a:ext uri="{FF2B5EF4-FFF2-40B4-BE49-F238E27FC236}">
                <a16:creationId xmlns:a16="http://schemas.microsoft.com/office/drawing/2014/main" id="{401EF8D0-AF4B-40EC-B970-A9A4D0537E03}"/>
              </a:ext>
            </a:extLst>
          </p:cNvPr>
          <p:cNvSpPr/>
          <p:nvPr/>
        </p:nvSpPr>
        <p:spPr>
          <a:xfrm>
            <a:off x="2461879" y="364902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4" name="Multiply 103">
            <a:extLst>
              <a:ext uri="{FF2B5EF4-FFF2-40B4-BE49-F238E27FC236}">
                <a16:creationId xmlns:a16="http://schemas.microsoft.com/office/drawing/2014/main" id="{FA444D51-7F23-4EB1-C48B-D8C87915B368}"/>
              </a:ext>
            </a:extLst>
          </p:cNvPr>
          <p:cNvSpPr/>
          <p:nvPr/>
        </p:nvSpPr>
        <p:spPr>
          <a:xfrm>
            <a:off x="3157475" y="364902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5" name="Multiply 104">
            <a:extLst>
              <a:ext uri="{FF2B5EF4-FFF2-40B4-BE49-F238E27FC236}">
                <a16:creationId xmlns:a16="http://schemas.microsoft.com/office/drawing/2014/main" id="{9F32F6DE-0916-EB75-BD62-53F59EE279E0}"/>
              </a:ext>
            </a:extLst>
          </p:cNvPr>
          <p:cNvSpPr/>
          <p:nvPr/>
        </p:nvSpPr>
        <p:spPr>
          <a:xfrm>
            <a:off x="1737096" y="5506647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Multiply 105">
            <a:extLst>
              <a:ext uri="{FF2B5EF4-FFF2-40B4-BE49-F238E27FC236}">
                <a16:creationId xmlns:a16="http://schemas.microsoft.com/office/drawing/2014/main" id="{C88B3CFB-AE1B-B7DB-7E14-4008975E99C6}"/>
              </a:ext>
            </a:extLst>
          </p:cNvPr>
          <p:cNvSpPr/>
          <p:nvPr/>
        </p:nvSpPr>
        <p:spPr>
          <a:xfrm>
            <a:off x="2461879" y="551954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Multiply 106">
            <a:extLst>
              <a:ext uri="{FF2B5EF4-FFF2-40B4-BE49-F238E27FC236}">
                <a16:creationId xmlns:a16="http://schemas.microsoft.com/office/drawing/2014/main" id="{A4414044-7F5B-E8D5-7F44-8672CC2C79E2}"/>
              </a:ext>
            </a:extLst>
          </p:cNvPr>
          <p:cNvSpPr/>
          <p:nvPr/>
        </p:nvSpPr>
        <p:spPr>
          <a:xfrm>
            <a:off x="3153133" y="5514305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81E319F-D662-8D8E-638F-9E2724099A74}"/>
              </a:ext>
            </a:extLst>
          </p:cNvPr>
          <p:cNvCxnSpPr>
            <a:cxnSpLocks/>
          </p:cNvCxnSpPr>
          <p:nvPr/>
        </p:nvCxnSpPr>
        <p:spPr>
          <a:xfrm flipV="1">
            <a:off x="2733999" y="3817912"/>
            <a:ext cx="36576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267B8F2-DC08-BAE9-BFE2-9956DBB255E5}"/>
              </a:ext>
            </a:extLst>
          </p:cNvPr>
          <p:cNvCxnSpPr>
            <a:cxnSpLocks/>
          </p:cNvCxnSpPr>
          <p:nvPr/>
        </p:nvCxnSpPr>
        <p:spPr>
          <a:xfrm flipH="1">
            <a:off x="1915146" y="4911494"/>
            <a:ext cx="36576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4132315-3599-6C77-7F71-28BCD980F15F}"/>
              </a:ext>
            </a:extLst>
          </p:cNvPr>
          <p:cNvCxnSpPr>
            <a:cxnSpLocks/>
          </p:cNvCxnSpPr>
          <p:nvPr/>
        </p:nvCxnSpPr>
        <p:spPr>
          <a:xfrm>
            <a:off x="2729786" y="4911494"/>
            <a:ext cx="36576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3A221B7-B12F-9C2D-522D-0FA919E7D337}"/>
              </a:ext>
            </a:extLst>
          </p:cNvPr>
          <p:cNvCxnSpPr>
            <a:cxnSpLocks/>
          </p:cNvCxnSpPr>
          <p:nvPr/>
        </p:nvCxnSpPr>
        <p:spPr>
          <a:xfrm flipH="1" flipV="1">
            <a:off x="1915146" y="3817912"/>
            <a:ext cx="36576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646B79E-111D-CB59-E675-863BD3D63F52}"/>
              </a:ext>
            </a:extLst>
          </p:cNvPr>
          <p:cNvSpPr txBox="1"/>
          <p:nvPr/>
        </p:nvSpPr>
        <p:spPr>
          <a:xfrm>
            <a:off x="1143699" y="2634512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dirty="0"/>
              <a:t>Bigger </a:t>
            </a:r>
            <a:r>
              <a:rPr lang="de-DE" sz="2000" dirty="0" err="1"/>
              <a:t>Turning</a:t>
            </a:r>
            <a:r>
              <a:rPr lang="de-DE" sz="2000" dirty="0"/>
              <a:t> Radius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2F6BEC-7FD1-0932-A872-D9B7FA9029CB}"/>
              </a:ext>
            </a:extLst>
          </p:cNvPr>
          <p:cNvSpPr txBox="1">
            <a:spLocks/>
          </p:cNvSpPr>
          <p:nvPr/>
        </p:nvSpPr>
        <p:spPr>
          <a:xfrm>
            <a:off x="748748" y="1634452"/>
            <a:ext cx="4420412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36488A"/>
                </a:solidFill>
              </a:rPr>
              <a:t>A* Hybrid Planner</a:t>
            </a:r>
            <a:endParaRPr lang="de-DE" sz="3000" dirty="0">
              <a:solidFill>
                <a:srgbClr val="3648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837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007A-AF9B-F311-2613-70B9B9C3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5A28A21-FFE8-6BF4-0C65-50755521B72F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1C40FAA-CC25-46E7-926C-342513E3BFDA}"/>
              </a:ext>
            </a:extLst>
          </p:cNvPr>
          <p:cNvSpPr>
            <a:spLocks/>
          </p:cNvSpPr>
          <p:nvPr/>
        </p:nvSpPr>
        <p:spPr>
          <a:xfrm>
            <a:off x="2972499" y="507965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9DAF74B-076A-7462-0520-7CD3BEC62BFD}"/>
              </a:ext>
            </a:extLst>
          </p:cNvPr>
          <p:cNvSpPr>
            <a:spLocks/>
          </p:cNvSpPr>
          <p:nvPr/>
        </p:nvSpPr>
        <p:spPr>
          <a:xfrm>
            <a:off x="29724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01E5CFC-B198-8C10-8FBA-921C3B40A7CC}"/>
              </a:ext>
            </a:extLst>
          </p:cNvPr>
          <p:cNvSpPr>
            <a:spLocks/>
          </p:cNvSpPr>
          <p:nvPr/>
        </p:nvSpPr>
        <p:spPr>
          <a:xfrm>
            <a:off x="1143699" y="507965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8BA00DF-2E4C-6E74-4ADC-71DF0F29F9BA}"/>
              </a:ext>
            </a:extLst>
          </p:cNvPr>
          <p:cNvSpPr>
            <a:spLocks/>
          </p:cNvSpPr>
          <p:nvPr/>
        </p:nvSpPr>
        <p:spPr>
          <a:xfrm>
            <a:off x="2058099" y="507965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7C4771B-1935-21B5-FA26-1D81BEF9E3A8}"/>
              </a:ext>
            </a:extLst>
          </p:cNvPr>
          <p:cNvSpPr>
            <a:spLocks/>
          </p:cNvSpPr>
          <p:nvPr/>
        </p:nvSpPr>
        <p:spPr>
          <a:xfrm>
            <a:off x="20580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7AB5B5D-3025-9C8F-A020-8208211282EC}"/>
              </a:ext>
            </a:extLst>
          </p:cNvPr>
          <p:cNvSpPr>
            <a:spLocks/>
          </p:cNvSpPr>
          <p:nvPr/>
        </p:nvSpPr>
        <p:spPr>
          <a:xfrm>
            <a:off x="11436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6434806-6584-08FD-5C16-F26C6E8EE04D}"/>
              </a:ext>
            </a:extLst>
          </p:cNvPr>
          <p:cNvSpPr>
            <a:spLocks/>
          </p:cNvSpPr>
          <p:nvPr/>
        </p:nvSpPr>
        <p:spPr>
          <a:xfrm>
            <a:off x="2972499" y="324811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45E5BAB-9363-5383-B4BB-90FD64AE286E}"/>
              </a:ext>
            </a:extLst>
          </p:cNvPr>
          <p:cNvSpPr>
            <a:spLocks/>
          </p:cNvSpPr>
          <p:nvPr/>
        </p:nvSpPr>
        <p:spPr>
          <a:xfrm>
            <a:off x="1143699" y="324811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D2CEB6-46E7-DE87-2F84-A2F88367A6DC}"/>
              </a:ext>
            </a:extLst>
          </p:cNvPr>
          <p:cNvSpPr>
            <a:spLocks/>
          </p:cNvSpPr>
          <p:nvPr/>
        </p:nvSpPr>
        <p:spPr>
          <a:xfrm>
            <a:off x="2058099" y="324811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780252B9-25A5-A666-0B1F-51756DA09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420" y="4361385"/>
            <a:ext cx="513758" cy="513758"/>
          </a:xfrm>
          <a:prstGeom prst="rect">
            <a:avLst/>
          </a:prstGeom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9627A27-E753-61FC-FD3C-58EDC5B1F548}"/>
              </a:ext>
            </a:extLst>
          </p:cNvPr>
          <p:cNvCxnSpPr/>
          <p:nvPr/>
        </p:nvCxnSpPr>
        <p:spPr>
          <a:xfrm flipV="1">
            <a:off x="2515299" y="3817912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CC4607A-0314-570E-DD86-72B9F1BD4ABB}"/>
              </a:ext>
            </a:extLst>
          </p:cNvPr>
          <p:cNvCxnSpPr>
            <a:cxnSpLocks/>
          </p:cNvCxnSpPr>
          <p:nvPr/>
        </p:nvCxnSpPr>
        <p:spPr>
          <a:xfrm>
            <a:off x="2511772" y="4897043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5" name="Multiply 104">
            <a:extLst>
              <a:ext uri="{FF2B5EF4-FFF2-40B4-BE49-F238E27FC236}">
                <a16:creationId xmlns:a16="http://schemas.microsoft.com/office/drawing/2014/main" id="{CD3EFE10-BE02-3FF5-10BF-1571C50DC2E0}"/>
              </a:ext>
            </a:extLst>
          </p:cNvPr>
          <p:cNvSpPr/>
          <p:nvPr/>
        </p:nvSpPr>
        <p:spPr>
          <a:xfrm>
            <a:off x="1737096" y="5506647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Multiply 105">
            <a:extLst>
              <a:ext uri="{FF2B5EF4-FFF2-40B4-BE49-F238E27FC236}">
                <a16:creationId xmlns:a16="http://schemas.microsoft.com/office/drawing/2014/main" id="{656B68E2-9E5B-D857-3897-1F28AFDAD33F}"/>
              </a:ext>
            </a:extLst>
          </p:cNvPr>
          <p:cNvSpPr/>
          <p:nvPr/>
        </p:nvSpPr>
        <p:spPr>
          <a:xfrm>
            <a:off x="2461879" y="551954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Multiply 106">
            <a:extLst>
              <a:ext uri="{FF2B5EF4-FFF2-40B4-BE49-F238E27FC236}">
                <a16:creationId xmlns:a16="http://schemas.microsoft.com/office/drawing/2014/main" id="{AE5B30A2-365B-AA90-433C-0436795B853E}"/>
              </a:ext>
            </a:extLst>
          </p:cNvPr>
          <p:cNvSpPr/>
          <p:nvPr/>
        </p:nvSpPr>
        <p:spPr>
          <a:xfrm>
            <a:off x="3153133" y="5514305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FD8A0A9-9CC2-00D6-0A90-C70E81AAB087}"/>
              </a:ext>
            </a:extLst>
          </p:cNvPr>
          <p:cNvCxnSpPr>
            <a:cxnSpLocks/>
          </p:cNvCxnSpPr>
          <p:nvPr/>
        </p:nvCxnSpPr>
        <p:spPr>
          <a:xfrm flipV="1">
            <a:off x="2733999" y="3817912"/>
            <a:ext cx="36576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271CAE5-62AB-6C53-70EA-EC70437050B7}"/>
              </a:ext>
            </a:extLst>
          </p:cNvPr>
          <p:cNvCxnSpPr>
            <a:cxnSpLocks/>
          </p:cNvCxnSpPr>
          <p:nvPr/>
        </p:nvCxnSpPr>
        <p:spPr>
          <a:xfrm flipH="1">
            <a:off x="1915146" y="4911494"/>
            <a:ext cx="36576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E1BED41-C4E5-26BE-D17B-5034AA8D660C}"/>
              </a:ext>
            </a:extLst>
          </p:cNvPr>
          <p:cNvCxnSpPr>
            <a:cxnSpLocks/>
          </p:cNvCxnSpPr>
          <p:nvPr/>
        </p:nvCxnSpPr>
        <p:spPr>
          <a:xfrm>
            <a:off x="2729786" y="4911494"/>
            <a:ext cx="36576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6A5A085-AF2B-997D-621E-DD0DB5DC57E5}"/>
              </a:ext>
            </a:extLst>
          </p:cNvPr>
          <p:cNvCxnSpPr>
            <a:cxnSpLocks/>
          </p:cNvCxnSpPr>
          <p:nvPr/>
        </p:nvCxnSpPr>
        <p:spPr>
          <a:xfrm flipH="1" flipV="1">
            <a:off x="1915146" y="3817912"/>
            <a:ext cx="36576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453BC7F8-595F-A705-63CF-7A1F74F183E3}"/>
              </a:ext>
            </a:extLst>
          </p:cNvPr>
          <p:cNvSpPr txBox="1"/>
          <p:nvPr/>
        </p:nvSpPr>
        <p:spPr>
          <a:xfrm>
            <a:off x="1143699" y="2634512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dirty="0"/>
              <a:t>Bigger </a:t>
            </a:r>
            <a:r>
              <a:rPr lang="de-DE" sz="2000" dirty="0" err="1"/>
              <a:t>Turning</a:t>
            </a:r>
            <a:r>
              <a:rPr lang="de-DE" sz="2000" dirty="0"/>
              <a:t> Radius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9AA0705-36F3-31BF-25CC-3B11A3D6EF11}"/>
              </a:ext>
            </a:extLst>
          </p:cNvPr>
          <p:cNvSpPr>
            <a:spLocks/>
          </p:cNvSpPr>
          <p:nvPr/>
        </p:nvSpPr>
        <p:spPr>
          <a:xfrm>
            <a:off x="4801299" y="2509307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0807DFC-86A5-7743-8581-373254948DA5}"/>
              </a:ext>
            </a:extLst>
          </p:cNvPr>
          <p:cNvSpPr>
            <a:spLocks/>
          </p:cNvSpPr>
          <p:nvPr/>
        </p:nvSpPr>
        <p:spPr>
          <a:xfrm>
            <a:off x="4801299" y="375660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609F045-121A-A267-7972-E87A6C563083}"/>
              </a:ext>
            </a:extLst>
          </p:cNvPr>
          <p:cNvSpPr>
            <a:spLocks/>
          </p:cNvSpPr>
          <p:nvPr/>
        </p:nvSpPr>
        <p:spPr>
          <a:xfrm>
            <a:off x="4801299" y="5049447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6A44611-3D81-4F8E-ADA0-0359B18429C9}"/>
              </a:ext>
            </a:extLst>
          </p:cNvPr>
          <p:cNvSpPr txBox="1"/>
          <p:nvPr/>
        </p:nvSpPr>
        <p:spPr>
          <a:xfrm>
            <a:off x="4966592" y="2674119"/>
            <a:ext cx="58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(0,1)</a:t>
            </a:r>
          </a:p>
          <a:p>
            <a:pPr algn="ctr"/>
            <a:r>
              <a:rPr lang="de-DE" sz="1600" dirty="0"/>
              <a:t>90°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98AE832-8F9E-439D-9AA4-0C712154DCFD}"/>
              </a:ext>
            </a:extLst>
          </p:cNvPr>
          <p:cNvSpPr txBox="1"/>
          <p:nvPr/>
        </p:nvSpPr>
        <p:spPr>
          <a:xfrm>
            <a:off x="4966592" y="3921412"/>
            <a:ext cx="58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(0,1)</a:t>
            </a:r>
          </a:p>
          <a:p>
            <a:pPr algn="ctr"/>
            <a:r>
              <a:rPr lang="de-DE" sz="1600" dirty="0"/>
              <a:t>120°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C11C2B8-9EF4-2097-FB5B-FA9D49CE5B0D}"/>
              </a:ext>
            </a:extLst>
          </p:cNvPr>
          <p:cNvSpPr txBox="1"/>
          <p:nvPr/>
        </p:nvSpPr>
        <p:spPr>
          <a:xfrm>
            <a:off x="4970151" y="5214259"/>
            <a:ext cx="58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(0,1)</a:t>
            </a:r>
          </a:p>
          <a:p>
            <a:pPr algn="ctr"/>
            <a:r>
              <a:rPr lang="de-DE" sz="1600" dirty="0"/>
              <a:t>60°</a:t>
            </a:r>
          </a:p>
        </p:txBody>
      </p:sp>
      <p:sp>
        <p:nvSpPr>
          <p:cNvPr id="130" name="Multiply 129">
            <a:extLst>
              <a:ext uri="{FF2B5EF4-FFF2-40B4-BE49-F238E27FC236}">
                <a16:creationId xmlns:a16="http://schemas.microsoft.com/office/drawing/2014/main" id="{84DEDE04-DFA3-3053-604D-B958B817FC59}"/>
              </a:ext>
            </a:extLst>
          </p:cNvPr>
          <p:cNvSpPr/>
          <p:nvPr/>
        </p:nvSpPr>
        <p:spPr>
          <a:xfrm>
            <a:off x="4874188" y="3854314"/>
            <a:ext cx="92404" cy="91440"/>
          </a:xfrm>
          <a:prstGeom prst="mathMultiply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1" name="Multiply 130">
            <a:extLst>
              <a:ext uri="{FF2B5EF4-FFF2-40B4-BE49-F238E27FC236}">
                <a16:creationId xmlns:a16="http://schemas.microsoft.com/office/drawing/2014/main" id="{9D85AF96-B075-0855-62FD-4D7C088B9026}"/>
              </a:ext>
            </a:extLst>
          </p:cNvPr>
          <p:cNvSpPr/>
          <p:nvPr/>
        </p:nvSpPr>
        <p:spPr>
          <a:xfrm>
            <a:off x="4869054" y="2579542"/>
            <a:ext cx="92404" cy="91440"/>
          </a:xfrm>
          <a:prstGeom prst="mathMultiply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" name="Multiply 131">
            <a:extLst>
              <a:ext uri="{FF2B5EF4-FFF2-40B4-BE49-F238E27FC236}">
                <a16:creationId xmlns:a16="http://schemas.microsoft.com/office/drawing/2014/main" id="{7BD9BA53-ABC5-B7FE-7A81-2F58A18A2E1D}"/>
              </a:ext>
            </a:extLst>
          </p:cNvPr>
          <p:cNvSpPr/>
          <p:nvPr/>
        </p:nvSpPr>
        <p:spPr>
          <a:xfrm>
            <a:off x="4869054" y="5122819"/>
            <a:ext cx="92404" cy="9144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4" name="Multiply 133">
            <a:extLst>
              <a:ext uri="{FF2B5EF4-FFF2-40B4-BE49-F238E27FC236}">
                <a16:creationId xmlns:a16="http://schemas.microsoft.com/office/drawing/2014/main" id="{D670FCE5-A771-B963-7809-999B142CCEC4}"/>
              </a:ext>
            </a:extLst>
          </p:cNvPr>
          <p:cNvSpPr/>
          <p:nvPr/>
        </p:nvSpPr>
        <p:spPr>
          <a:xfrm>
            <a:off x="1737096" y="3656328"/>
            <a:ext cx="92404" cy="91440"/>
          </a:xfrm>
          <a:prstGeom prst="mathMultiply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5" name="Multiply 134">
            <a:extLst>
              <a:ext uri="{FF2B5EF4-FFF2-40B4-BE49-F238E27FC236}">
                <a16:creationId xmlns:a16="http://schemas.microsoft.com/office/drawing/2014/main" id="{577DBDFE-E8CA-1A34-0DA9-BF12AE3E6773}"/>
              </a:ext>
            </a:extLst>
          </p:cNvPr>
          <p:cNvSpPr/>
          <p:nvPr/>
        </p:nvSpPr>
        <p:spPr>
          <a:xfrm>
            <a:off x="2462676" y="3656328"/>
            <a:ext cx="92404" cy="91440"/>
          </a:xfrm>
          <a:prstGeom prst="mathMultiply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Multiply 135">
            <a:extLst>
              <a:ext uri="{FF2B5EF4-FFF2-40B4-BE49-F238E27FC236}">
                <a16:creationId xmlns:a16="http://schemas.microsoft.com/office/drawing/2014/main" id="{2BA69375-6084-AF76-3A36-B4A6FCC2706A}"/>
              </a:ext>
            </a:extLst>
          </p:cNvPr>
          <p:cNvSpPr/>
          <p:nvPr/>
        </p:nvSpPr>
        <p:spPr>
          <a:xfrm>
            <a:off x="3153133" y="3661448"/>
            <a:ext cx="92404" cy="9144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F281AEA-37A7-7756-F3A0-C8BC48B67D1F}"/>
              </a:ext>
            </a:extLst>
          </p:cNvPr>
          <p:cNvSpPr txBox="1"/>
          <p:nvPr/>
        </p:nvSpPr>
        <p:spPr>
          <a:xfrm>
            <a:off x="6327447" y="3305616"/>
            <a:ext cx="21314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 err="1"/>
              <a:t>Distance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Start and </a:t>
            </a:r>
            <a:r>
              <a:rPr lang="de-DE" sz="2000" dirty="0" err="1"/>
              <a:t>Endpoint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</a:t>
            </a:r>
            <a:r>
              <a:rPr lang="de-DE" sz="2000" dirty="0" err="1"/>
              <a:t>Calculated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same </a:t>
            </a:r>
            <a:r>
              <a:rPr lang="de-DE" sz="2000" dirty="0" err="1"/>
              <a:t>way</a:t>
            </a:r>
            <a:r>
              <a:rPr lang="de-DE" sz="2000" dirty="0"/>
              <a:t> </a:t>
            </a:r>
            <a:r>
              <a:rPr lang="de-DE" sz="2000" dirty="0" err="1"/>
              <a:t>as</a:t>
            </a:r>
            <a:r>
              <a:rPr lang="de-DE" sz="2000" dirty="0"/>
              <a:t> A* </a:t>
            </a:r>
          </a:p>
        </p:txBody>
      </p:sp>
    </p:spTree>
    <p:extLst>
      <p:ext uri="{BB962C8B-B14F-4D97-AF65-F5344CB8AC3E}">
        <p14:creationId xmlns:p14="http://schemas.microsoft.com/office/powerpoint/2010/main" val="4012037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7B72-774C-9494-7BF2-F68E0C612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E11730C-A4F9-87F2-05BE-E4C7F17758AE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218519-1A4F-687B-F764-FC5638F0FDFC}"/>
              </a:ext>
            </a:extLst>
          </p:cNvPr>
          <p:cNvSpPr>
            <a:spLocks/>
          </p:cNvSpPr>
          <p:nvPr/>
        </p:nvSpPr>
        <p:spPr>
          <a:xfrm>
            <a:off x="2972499" y="507965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E1C8D-0AE1-7A19-6F97-0AB4CBB55075}"/>
              </a:ext>
            </a:extLst>
          </p:cNvPr>
          <p:cNvSpPr>
            <a:spLocks/>
          </p:cNvSpPr>
          <p:nvPr/>
        </p:nvSpPr>
        <p:spPr>
          <a:xfrm>
            <a:off x="29724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EAE5A-CC19-2459-4EC3-7DEB4EC5C1DA}"/>
              </a:ext>
            </a:extLst>
          </p:cNvPr>
          <p:cNvSpPr>
            <a:spLocks/>
          </p:cNvSpPr>
          <p:nvPr/>
        </p:nvSpPr>
        <p:spPr>
          <a:xfrm>
            <a:off x="1143699" y="507965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3585A-17CB-212B-74D8-5B0B47474B49}"/>
              </a:ext>
            </a:extLst>
          </p:cNvPr>
          <p:cNvSpPr>
            <a:spLocks/>
          </p:cNvSpPr>
          <p:nvPr/>
        </p:nvSpPr>
        <p:spPr>
          <a:xfrm>
            <a:off x="11436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0FA4AA-C160-C6FF-D97C-300050EC66F3}"/>
              </a:ext>
            </a:extLst>
          </p:cNvPr>
          <p:cNvSpPr>
            <a:spLocks/>
          </p:cNvSpPr>
          <p:nvPr/>
        </p:nvSpPr>
        <p:spPr>
          <a:xfrm>
            <a:off x="2972499" y="324811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A656B2-67CC-6718-C869-B7ACD4BA07D5}"/>
              </a:ext>
            </a:extLst>
          </p:cNvPr>
          <p:cNvSpPr>
            <a:spLocks/>
          </p:cNvSpPr>
          <p:nvPr/>
        </p:nvSpPr>
        <p:spPr>
          <a:xfrm>
            <a:off x="1143699" y="324811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3DB6DE-EC23-95EB-C355-8AA1614E1E3B}"/>
              </a:ext>
            </a:extLst>
          </p:cNvPr>
          <p:cNvSpPr>
            <a:spLocks/>
          </p:cNvSpPr>
          <p:nvPr/>
        </p:nvSpPr>
        <p:spPr>
          <a:xfrm>
            <a:off x="2058099" y="324811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CE73FA-C4A1-57CD-8DA3-BFAE8C29D52C}"/>
              </a:ext>
            </a:extLst>
          </p:cNvPr>
          <p:cNvSpPr txBox="1"/>
          <p:nvPr/>
        </p:nvSpPr>
        <p:spPr>
          <a:xfrm>
            <a:off x="1143699" y="2634512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dirty="0" err="1"/>
              <a:t>Smaller</a:t>
            </a:r>
            <a:r>
              <a:rPr lang="de-DE" sz="2000" dirty="0"/>
              <a:t> </a:t>
            </a:r>
            <a:r>
              <a:rPr lang="de-DE" sz="2000" dirty="0" err="1"/>
              <a:t>Turning</a:t>
            </a:r>
            <a:r>
              <a:rPr lang="de-DE" sz="2000" dirty="0"/>
              <a:t> Radius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C178BA-AAEA-3CD7-8057-BFE2C167AC55}"/>
              </a:ext>
            </a:extLst>
          </p:cNvPr>
          <p:cNvSpPr>
            <a:spLocks/>
          </p:cNvSpPr>
          <p:nvPr/>
        </p:nvSpPr>
        <p:spPr>
          <a:xfrm>
            <a:off x="2058099" y="507965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A04A94-2752-AC19-2EDF-2D3F1430E18B}"/>
              </a:ext>
            </a:extLst>
          </p:cNvPr>
          <p:cNvSpPr>
            <a:spLocks/>
          </p:cNvSpPr>
          <p:nvPr/>
        </p:nvSpPr>
        <p:spPr>
          <a:xfrm>
            <a:off x="20580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5FD613-BD22-7E2F-6944-A48D60FD0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420" y="4361385"/>
            <a:ext cx="513758" cy="513758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D6628E-7306-1715-0E8C-16D2CB7E42DE}"/>
              </a:ext>
            </a:extLst>
          </p:cNvPr>
          <p:cNvCxnSpPr/>
          <p:nvPr/>
        </p:nvCxnSpPr>
        <p:spPr>
          <a:xfrm flipV="1">
            <a:off x="2515299" y="3817912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A64B8FC4-5958-FA74-6FBD-278AA05CCE8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79960" y="4011148"/>
            <a:ext cx="457201" cy="70731"/>
          </a:xfrm>
          <a:prstGeom prst="curvedConnector3">
            <a:avLst>
              <a:gd name="adj1" fmla="val 8756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B4C24C9C-E760-2503-AEE3-058E9DB67C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93624" y="4014448"/>
            <a:ext cx="457200" cy="64127"/>
          </a:xfrm>
          <a:prstGeom prst="curvedConnector3">
            <a:avLst>
              <a:gd name="adj1" fmla="val 86805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8CE97E3-C90D-786D-B99F-F3765BBB35F7}"/>
              </a:ext>
            </a:extLst>
          </p:cNvPr>
          <p:cNvCxnSpPr>
            <a:cxnSpLocks/>
          </p:cNvCxnSpPr>
          <p:nvPr/>
        </p:nvCxnSpPr>
        <p:spPr>
          <a:xfrm>
            <a:off x="2511772" y="4897043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35FD5900-747D-AD6C-6E3A-E95835B681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72781" y="5093639"/>
            <a:ext cx="457200" cy="64008"/>
          </a:xfrm>
          <a:prstGeom prst="curvedConnector3">
            <a:avLst>
              <a:gd name="adj1" fmla="val 104222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509197BD-38C5-31C7-5E04-C179A43D2974}"/>
              </a:ext>
            </a:extLst>
          </p:cNvPr>
          <p:cNvCxnSpPr>
            <a:cxnSpLocks/>
          </p:cNvCxnSpPr>
          <p:nvPr/>
        </p:nvCxnSpPr>
        <p:spPr>
          <a:xfrm rot="5400000">
            <a:off x="2193564" y="5095811"/>
            <a:ext cx="457200" cy="64008"/>
          </a:xfrm>
          <a:prstGeom prst="curvedConnector3">
            <a:avLst>
              <a:gd name="adj1" fmla="val 10066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8" name="Multiply 57">
            <a:extLst>
              <a:ext uri="{FF2B5EF4-FFF2-40B4-BE49-F238E27FC236}">
                <a16:creationId xmlns:a16="http://schemas.microsoft.com/office/drawing/2014/main" id="{B26E404B-E573-6DEF-6A92-8A177E1F464E}"/>
              </a:ext>
            </a:extLst>
          </p:cNvPr>
          <p:cNvSpPr/>
          <p:nvPr/>
        </p:nvSpPr>
        <p:spPr>
          <a:xfrm>
            <a:off x="2085523" y="364902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Multiply 58">
            <a:extLst>
              <a:ext uri="{FF2B5EF4-FFF2-40B4-BE49-F238E27FC236}">
                <a16:creationId xmlns:a16="http://schemas.microsoft.com/office/drawing/2014/main" id="{5D170A87-D50E-51D3-FD0F-1AECE3FD67B5}"/>
              </a:ext>
            </a:extLst>
          </p:cNvPr>
          <p:cNvSpPr/>
          <p:nvPr/>
        </p:nvSpPr>
        <p:spPr>
          <a:xfrm>
            <a:off x="2461879" y="364902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Multiply 59">
            <a:extLst>
              <a:ext uri="{FF2B5EF4-FFF2-40B4-BE49-F238E27FC236}">
                <a16:creationId xmlns:a16="http://schemas.microsoft.com/office/drawing/2014/main" id="{8DADD60B-0F5F-021A-7FB9-4DC5F3B0A061}"/>
              </a:ext>
            </a:extLst>
          </p:cNvPr>
          <p:cNvSpPr/>
          <p:nvPr/>
        </p:nvSpPr>
        <p:spPr>
          <a:xfrm>
            <a:off x="2838235" y="364902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Multiply 60">
            <a:extLst>
              <a:ext uri="{FF2B5EF4-FFF2-40B4-BE49-F238E27FC236}">
                <a16:creationId xmlns:a16="http://schemas.microsoft.com/office/drawing/2014/main" id="{19366210-31D8-DBCF-6BEA-A3A2997E8F17}"/>
              </a:ext>
            </a:extLst>
          </p:cNvPr>
          <p:cNvSpPr/>
          <p:nvPr/>
        </p:nvSpPr>
        <p:spPr>
          <a:xfrm>
            <a:off x="2085523" y="551954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Multiply 61">
            <a:extLst>
              <a:ext uri="{FF2B5EF4-FFF2-40B4-BE49-F238E27FC236}">
                <a16:creationId xmlns:a16="http://schemas.microsoft.com/office/drawing/2014/main" id="{9C5FC715-D5E5-4667-F0B4-B891B3C0095E}"/>
              </a:ext>
            </a:extLst>
          </p:cNvPr>
          <p:cNvSpPr/>
          <p:nvPr/>
        </p:nvSpPr>
        <p:spPr>
          <a:xfrm>
            <a:off x="2461879" y="551954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Multiply 62">
            <a:extLst>
              <a:ext uri="{FF2B5EF4-FFF2-40B4-BE49-F238E27FC236}">
                <a16:creationId xmlns:a16="http://schemas.microsoft.com/office/drawing/2014/main" id="{2EE47364-7B6E-D5C7-4A7D-A9BF402B7FA8}"/>
              </a:ext>
            </a:extLst>
          </p:cNvPr>
          <p:cNvSpPr/>
          <p:nvPr/>
        </p:nvSpPr>
        <p:spPr>
          <a:xfrm>
            <a:off x="2838235" y="551954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37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7CACE-41C8-1174-76EF-6E59A6FF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04F4C8D-E0F3-48AC-EC11-520AFD7F87F4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Planner Server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72BD4F-D31C-DCEB-CAE9-B887C9DE4630}"/>
              </a:ext>
            </a:extLst>
          </p:cNvPr>
          <p:cNvSpPr>
            <a:spLocks/>
          </p:cNvSpPr>
          <p:nvPr/>
        </p:nvSpPr>
        <p:spPr>
          <a:xfrm>
            <a:off x="2972499" y="507965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3ADD9-C398-84C2-5823-1FC27EF34113}"/>
              </a:ext>
            </a:extLst>
          </p:cNvPr>
          <p:cNvSpPr>
            <a:spLocks/>
          </p:cNvSpPr>
          <p:nvPr/>
        </p:nvSpPr>
        <p:spPr>
          <a:xfrm>
            <a:off x="29724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D59B48-3195-E6C4-CA4A-4B0BE166685B}"/>
              </a:ext>
            </a:extLst>
          </p:cNvPr>
          <p:cNvSpPr>
            <a:spLocks/>
          </p:cNvSpPr>
          <p:nvPr/>
        </p:nvSpPr>
        <p:spPr>
          <a:xfrm>
            <a:off x="1143699" y="5079654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A9232-F009-141D-F34B-0C18D5219AB8}"/>
              </a:ext>
            </a:extLst>
          </p:cNvPr>
          <p:cNvSpPr>
            <a:spLocks/>
          </p:cNvSpPr>
          <p:nvPr/>
        </p:nvSpPr>
        <p:spPr>
          <a:xfrm>
            <a:off x="1143699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52112A-BE7A-0578-A1B1-E029EBAEAA4F}"/>
              </a:ext>
            </a:extLst>
          </p:cNvPr>
          <p:cNvSpPr>
            <a:spLocks/>
          </p:cNvSpPr>
          <p:nvPr/>
        </p:nvSpPr>
        <p:spPr>
          <a:xfrm>
            <a:off x="2972499" y="324811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CC2DA7-CF46-DCAE-0D99-B1DF2E47C170}"/>
              </a:ext>
            </a:extLst>
          </p:cNvPr>
          <p:cNvSpPr>
            <a:spLocks/>
          </p:cNvSpPr>
          <p:nvPr/>
        </p:nvSpPr>
        <p:spPr>
          <a:xfrm>
            <a:off x="1143699" y="3248118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E3A1AF-5669-E10E-1D24-3944D7F72138}"/>
              </a:ext>
            </a:extLst>
          </p:cNvPr>
          <p:cNvSpPr txBox="1"/>
          <p:nvPr/>
        </p:nvSpPr>
        <p:spPr>
          <a:xfrm>
            <a:off x="1143699" y="2634512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dirty="0" err="1"/>
              <a:t>Smaller</a:t>
            </a:r>
            <a:r>
              <a:rPr lang="de-DE" sz="2000" dirty="0"/>
              <a:t> </a:t>
            </a:r>
            <a:r>
              <a:rPr lang="de-DE" sz="2000" dirty="0" err="1"/>
              <a:t>Turning</a:t>
            </a:r>
            <a:r>
              <a:rPr lang="de-DE" sz="2000" dirty="0"/>
              <a:t> Radius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547E8D-D6A2-F8C6-DA53-DC70891FC6BF}"/>
              </a:ext>
            </a:extLst>
          </p:cNvPr>
          <p:cNvSpPr>
            <a:spLocks/>
          </p:cNvSpPr>
          <p:nvPr/>
        </p:nvSpPr>
        <p:spPr>
          <a:xfrm>
            <a:off x="2061712" y="5079654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B99977C-383D-A61A-A777-BE0B140BDB77}"/>
              </a:ext>
            </a:extLst>
          </p:cNvPr>
          <p:cNvSpPr>
            <a:spLocks/>
          </p:cNvSpPr>
          <p:nvPr/>
        </p:nvSpPr>
        <p:spPr>
          <a:xfrm>
            <a:off x="2061712" y="415961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7FD07C-6C1D-854E-3A19-8F8C8175F433}"/>
              </a:ext>
            </a:extLst>
          </p:cNvPr>
          <p:cNvSpPr>
            <a:spLocks/>
          </p:cNvSpPr>
          <p:nvPr/>
        </p:nvSpPr>
        <p:spPr>
          <a:xfrm>
            <a:off x="2061712" y="3248118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C063CEF-4305-9599-526D-68037D117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033" y="4361385"/>
            <a:ext cx="513758" cy="513758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BBBF1A-7EB2-6250-84B1-81C18008B0C7}"/>
              </a:ext>
            </a:extLst>
          </p:cNvPr>
          <p:cNvCxnSpPr/>
          <p:nvPr/>
        </p:nvCxnSpPr>
        <p:spPr>
          <a:xfrm flipV="1">
            <a:off x="2518912" y="3817912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64E27113-0197-5BE2-E505-6956719C3E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83573" y="4011148"/>
            <a:ext cx="457201" cy="70731"/>
          </a:xfrm>
          <a:prstGeom prst="curvedConnector3">
            <a:avLst>
              <a:gd name="adj1" fmla="val 8756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12CDF796-8561-F3C2-A662-EEA282572407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97237" y="4014448"/>
            <a:ext cx="457200" cy="64127"/>
          </a:xfrm>
          <a:prstGeom prst="curvedConnector3">
            <a:avLst>
              <a:gd name="adj1" fmla="val 86805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E81580A-72BE-C9CA-4424-0E12325AC09D}"/>
              </a:ext>
            </a:extLst>
          </p:cNvPr>
          <p:cNvCxnSpPr>
            <a:cxnSpLocks/>
          </p:cNvCxnSpPr>
          <p:nvPr/>
        </p:nvCxnSpPr>
        <p:spPr>
          <a:xfrm>
            <a:off x="2515385" y="4897043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F5989960-1190-5EC5-5D45-808884C4D5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76394" y="5093639"/>
            <a:ext cx="457200" cy="64008"/>
          </a:xfrm>
          <a:prstGeom prst="curvedConnector3">
            <a:avLst>
              <a:gd name="adj1" fmla="val 104222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EC03D77E-9B81-A00E-9641-A39C0EC0AB36}"/>
              </a:ext>
            </a:extLst>
          </p:cNvPr>
          <p:cNvCxnSpPr>
            <a:cxnSpLocks/>
          </p:cNvCxnSpPr>
          <p:nvPr/>
        </p:nvCxnSpPr>
        <p:spPr>
          <a:xfrm rot="5400000">
            <a:off x="2197177" y="5095811"/>
            <a:ext cx="457200" cy="64008"/>
          </a:xfrm>
          <a:prstGeom prst="curvedConnector3">
            <a:avLst>
              <a:gd name="adj1" fmla="val 10066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Multiply 67">
            <a:extLst>
              <a:ext uri="{FF2B5EF4-FFF2-40B4-BE49-F238E27FC236}">
                <a16:creationId xmlns:a16="http://schemas.microsoft.com/office/drawing/2014/main" id="{E588926D-84C0-3C8B-4DE5-6238D51C6544}"/>
              </a:ext>
            </a:extLst>
          </p:cNvPr>
          <p:cNvSpPr/>
          <p:nvPr/>
        </p:nvSpPr>
        <p:spPr>
          <a:xfrm>
            <a:off x="2089136" y="3649021"/>
            <a:ext cx="92404" cy="91440"/>
          </a:xfrm>
          <a:prstGeom prst="mathMultiply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Multiply 68">
            <a:extLst>
              <a:ext uri="{FF2B5EF4-FFF2-40B4-BE49-F238E27FC236}">
                <a16:creationId xmlns:a16="http://schemas.microsoft.com/office/drawing/2014/main" id="{975F1901-CF87-7D82-67D2-F65DBA3E7578}"/>
              </a:ext>
            </a:extLst>
          </p:cNvPr>
          <p:cNvSpPr/>
          <p:nvPr/>
        </p:nvSpPr>
        <p:spPr>
          <a:xfrm>
            <a:off x="2465492" y="3649021"/>
            <a:ext cx="92404" cy="91440"/>
          </a:xfrm>
          <a:prstGeom prst="mathMultiply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Multiply 69">
            <a:extLst>
              <a:ext uri="{FF2B5EF4-FFF2-40B4-BE49-F238E27FC236}">
                <a16:creationId xmlns:a16="http://schemas.microsoft.com/office/drawing/2014/main" id="{D20014B4-C503-37B3-DF6E-B8EEC2BE26F4}"/>
              </a:ext>
            </a:extLst>
          </p:cNvPr>
          <p:cNvSpPr/>
          <p:nvPr/>
        </p:nvSpPr>
        <p:spPr>
          <a:xfrm>
            <a:off x="2841848" y="3649021"/>
            <a:ext cx="92404" cy="9144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Multiply 70">
            <a:extLst>
              <a:ext uri="{FF2B5EF4-FFF2-40B4-BE49-F238E27FC236}">
                <a16:creationId xmlns:a16="http://schemas.microsoft.com/office/drawing/2014/main" id="{588CE00C-D09A-F22E-01E2-5350F4A32EA2}"/>
              </a:ext>
            </a:extLst>
          </p:cNvPr>
          <p:cNvSpPr/>
          <p:nvPr/>
        </p:nvSpPr>
        <p:spPr>
          <a:xfrm>
            <a:off x="2089136" y="551954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Multiply 71">
            <a:extLst>
              <a:ext uri="{FF2B5EF4-FFF2-40B4-BE49-F238E27FC236}">
                <a16:creationId xmlns:a16="http://schemas.microsoft.com/office/drawing/2014/main" id="{3F2097C8-785F-3AD6-9C80-A9A0E2C52E21}"/>
              </a:ext>
            </a:extLst>
          </p:cNvPr>
          <p:cNvSpPr/>
          <p:nvPr/>
        </p:nvSpPr>
        <p:spPr>
          <a:xfrm>
            <a:off x="2465492" y="551954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Multiply 72">
            <a:extLst>
              <a:ext uri="{FF2B5EF4-FFF2-40B4-BE49-F238E27FC236}">
                <a16:creationId xmlns:a16="http://schemas.microsoft.com/office/drawing/2014/main" id="{E1633025-FBDC-4E8C-CAEE-6A7E1F21EF7F}"/>
              </a:ext>
            </a:extLst>
          </p:cNvPr>
          <p:cNvSpPr/>
          <p:nvPr/>
        </p:nvSpPr>
        <p:spPr>
          <a:xfrm>
            <a:off x="2841848" y="5519541"/>
            <a:ext cx="92404" cy="91440"/>
          </a:xfrm>
          <a:prstGeom prst="mathMultiply">
            <a:avLst/>
          </a:prstGeom>
          <a:solidFill>
            <a:srgbClr val="EA7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B60D9AD-C299-B3BD-4BE7-3C77697BD578}"/>
              </a:ext>
            </a:extLst>
          </p:cNvPr>
          <p:cNvSpPr>
            <a:spLocks/>
          </p:cNvSpPr>
          <p:nvPr/>
        </p:nvSpPr>
        <p:spPr>
          <a:xfrm>
            <a:off x="4801299" y="2509307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986B721-383D-B612-1737-D649D3D1F5EB}"/>
              </a:ext>
            </a:extLst>
          </p:cNvPr>
          <p:cNvSpPr>
            <a:spLocks/>
          </p:cNvSpPr>
          <p:nvPr/>
        </p:nvSpPr>
        <p:spPr>
          <a:xfrm>
            <a:off x="4801299" y="3756600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DCE6233-595F-C05F-21DD-23EAB739D514}"/>
              </a:ext>
            </a:extLst>
          </p:cNvPr>
          <p:cNvSpPr>
            <a:spLocks/>
          </p:cNvSpPr>
          <p:nvPr/>
        </p:nvSpPr>
        <p:spPr>
          <a:xfrm>
            <a:off x="4801299" y="5049447"/>
            <a:ext cx="914400" cy="914400"/>
          </a:xfrm>
          <a:prstGeom prst="rect">
            <a:avLst/>
          </a:prstGeom>
          <a:noFill/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354C098-AFBF-DEFC-0159-DA1B61F1AF57}"/>
              </a:ext>
            </a:extLst>
          </p:cNvPr>
          <p:cNvSpPr txBox="1"/>
          <p:nvPr/>
        </p:nvSpPr>
        <p:spPr>
          <a:xfrm>
            <a:off x="4966592" y="2674119"/>
            <a:ext cx="58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(0,1)</a:t>
            </a:r>
          </a:p>
          <a:p>
            <a:pPr algn="ctr"/>
            <a:r>
              <a:rPr lang="de-DE" sz="1600" dirty="0"/>
              <a:t>90°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9FE3419-E0CD-261B-B23A-76B846FFBB0C}"/>
              </a:ext>
            </a:extLst>
          </p:cNvPr>
          <p:cNvSpPr txBox="1"/>
          <p:nvPr/>
        </p:nvSpPr>
        <p:spPr>
          <a:xfrm>
            <a:off x="4966592" y="3921412"/>
            <a:ext cx="58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(0,1)</a:t>
            </a:r>
          </a:p>
          <a:p>
            <a:pPr algn="ctr"/>
            <a:r>
              <a:rPr lang="de-DE" sz="1600" dirty="0"/>
              <a:t>105°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18F9E9-4623-1BB3-B772-E02B9E7CBE6C}"/>
              </a:ext>
            </a:extLst>
          </p:cNvPr>
          <p:cNvSpPr txBox="1"/>
          <p:nvPr/>
        </p:nvSpPr>
        <p:spPr>
          <a:xfrm>
            <a:off x="4970151" y="5214259"/>
            <a:ext cx="58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/>
              <a:t>(0,1)</a:t>
            </a:r>
          </a:p>
          <a:p>
            <a:pPr algn="ctr"/>
            <a:r>
              <a:rPr lang="de-DE" sz="1600" dirty="0"/>
              <a:t>75°</a:t>
            </a:r>
          </a:p>
        </p:txBody>
      </p:sp>
      <p:sp>
        <p:nvSpPr>
          <p:cNvPr id="89" name="Multiply 88">
            <a:extLst>
              <a:ext uri="{FF2B5EF4-FFF2-40B4-BE49-F238E27FC236}">
                <a16:creationId xmlns:a16="http://schemas.microsoft.com/office/drawing/2014/main" id="{BCA47490-D7FA-A295-449E-74BADA160B6B}"/>
              </a:ext>
            </a:extLst>
          </p:cNvPr>
          <p:cNvSpPr/>
          <p:nvPr/>
        </p:nvSpPr>
        <p:spPr>
          <a:xfrm>
            <a:off x="4874188" y="3854314"/>
            <a:ext cx="92404" cy="91440"/>
          </a:xfrm>
          <a:prstGeom prst="mathMultiply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Multiply 89">
            <a:extLst>
              <a:ext uri="{FF2B5EF4-FFF2-40B4-BE49-F238E27FC236}">
                <a16:creationId xmlns:a16="http://schemas.microsoft.com/office/drawing/2014/main" id="{D1C2AE15-4D55-DBAF-2CEB-59287AE5F923}"/>
              </a:ext>
            </a:extLst>
          </p:cNvPr>
          <p:cNvSpPr/>
          <p:nvPr/>
        </p:nvSpPr>
        <p:spPr>
          <a:xfrm>
            <a:off x="4869054" y="2579542"/>
            <a:ext cx="92404" cy="91440"/>
          </a:xfrm>
          <a:prstGeom prst="mathMultiply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Multiply 90">
            <a:extLst>
              <a:ext uri="{FF2B5EF4-FFF2-40B4-BE49-F238E27FC236}">
                <a16:creationId xmlns:a16="http://schemas.microsoft.com/office/drawing/2014/main" id="{E023ED19-3FD7-872F-0856-1C48F3CE21ED}"/>
              </a:ext>
            </a:extLst>
          </p:cNvPr>
          <p:cNvSpPr/>
          <p:nvPr/>
        </p:nvSpPr>
        <p:spPr>
          <a:xfrm>
            <a:off x="4869054" y="5122819"/>
            <a:ext cx="92404" cy="9144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BB253F5-A705-899C-30E6-514ACEB797C1}"/>
              </a:ext>
            </a:extLst>
          </p:cNvPr>
          <p:cNvSpPr txBox="1"/>
          <p:nvPr/>
        </p:nvSpPr>
        <p:spPr>
          <a:xfrm>
            <a:off x="6327447" y="3305616"/>
            <a:ext cx="21314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Man muss von allen drei Versionen einen neuen Pfad ausprobieren</a:t>
            </a:r>
          </a:p>
        </p:txBody>
      </p:sp>
    </p:spTree>
    <p:extLst>
      <p:ext uri="{BB962C8B-B14F-4D97-AF65-F5344CB8AC3E}">
        <p14:creationId xmlns:p14="http://schemas.microsoft.com/office/powerpoint/2010/main" val="3518596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7B96-8EA7-246D-3C66-22DCE8ED5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A99BE78-B6C9-7888-02B4-4D9FE30F99CE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Controller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C25BAF2-0A68-7AA1-4C81-8FABB2850927}"/>
              </a:ext>
            </a:extLst>
          </p:cNvPr>
          <p:cNvSpPr/>
          <p:nvPr/>
        </p:nvSpPr>
        <p:spPr>
          <a:xfrm>
            <a:off x="1158302" y="5583047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FB758B-28F9-B7C0-4437-18E537886323}"/>
              </a:ext>
            </a:extLst>
          </p:cNvPr>
          <p:cNvSpPr/>
          <p:nvPr/>
        </p:nvSpPr>
        <p:spPr>
          <a:xfrm>
            <a:off x="1114508" y="4451571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0AD1C-C4AB-A752-8DD5-F833628EAAC7}"/>
              </a:ext>
            </a:extLst>
          </p:cNvPr>
          <p:cNvSpPr txBox="1"/>
          <p:nvPr/>
        </p:nvSpPr>
        <p:spPr>
          <a:xfrm>
            <a:off x="1196830" y="4585605"/>
            <a:ext cx="749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/</a:t>
            </a:r>
            <a:r>
              <a:rPr lang="de-DE" dirty="0" err="1"/>
              <a:t>amcl</a:t>
            </a:r>
            <a:endParaRPr lang="de-DE" dirty="0"/>
          </a:p>
          <a:p>
            <a:pPr algn="ctr"/>
            <a:r>
              <a:rPr lang="de-DE" dirty="0" err="1"/>
              <a:t>pose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6CE0B5-8558-1A6F-DCD9-5AB2D04A6843}"/>
              </a:ext>
            </a:extLst>
          </p:cNvPr>
          <p:cNvSpPr txBox="1"/>
          <p:nvPr/>
        </p:nvSpPr>
        <p:spPr>
          <a:xfrm>
            <a:off x="1259795" y="5855581"/>
            <a:ext cx="711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/</a:t>
            </a:r>
            <a:r>
              <a:rPr lang="de-DE" dirty="0" err="1"/>
              <a:t>map</a:t>
            </a:r>
            <a:endParaRPr lang="de-DE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4B56B5-BC30-7C07-616A-7B86FB0EDD48}"/>
              </a:ext>
            </a:extLst>
          </p:cNvPr>
          <p:cNvCxnSpPr>
            <a:cxnSpLocks/>
            <a:stCxn id="4" idx="6"/>
          </p:cNvCxnSpPr>
          <p:nvPr/>
        </p:nvCxnSpPr>
        <p:spPr>
          <a:xfrm flipV="1">
            <a:off x="2072702" y="5726772"/>
            <a:ext cx="552747" cy="313475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337738-FA5D-9167-BE7A-327FA66E64EE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2028908" y="4908771"/>
            <a:ext cx="596539" cy="409453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4616EAB-B607-5B62-3919-0C5F483CAF75}"/>
              </a:ext>
            </a:extLst>
          </p:cNvPr>
          <p:cNvSpPr/>
          <p:nvPr/>
        </p:nvSpPr>
        <p:spPr>
          <a:xfrm>
            <a:off x="2625449" y="5224816"/>
            <a:ext cx="2148667" cy="651642"/>
          </a:xfrm>
          <a:prstGeom prst="roundRect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D4FA3BC-B721-232A-2BCE-C900CC20B3D3}"/>
              </a:ext>
            </a:extLst>
          </p:cNvPr>
          <p:cNvSpPr/>
          <p:nvPr/>
        </p:nvSpPr>
        <p:spPr>
          <a:xfrm>
            <a:off x="5543224" y="5093437"/>
            <a:ext cx="914400" cy="914400"/>
          </a:xfrm>
          <a:prstGeom prst="ellipse">
            <a:avLst/>
          </a:prstGeom>
          <a:noFill/>
          <a:ln w="38100">
            <a:solidFill>
              <a:srgbClr val="36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575FA5-ED06-99C4-0271-FE0806A5A3DE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774116" y="5550637"/>
            <a:ext cx="769108" cy="0"/>
          </a:xfrm>
          <a:prstGeom prst="straightConnector1">
            <a:avLst/>
          </a:prstGeom>
          <a:ln w="28575">
            <a:solidFill>
              <a:srgbClr val="364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AFC520-950E-19E8-52B7-2418F23988F1}"/>
              </a:ext>
            </a:extLst>
          </p:cNvPr>
          <p:cNvSpPr txBox="1"/>
          <p:nvPr/>
        </p:nvSpPr>
        <p:spPr>
          <a:xfrm>
            <a:off x="5651322" y="5230127"/>
            <a:ext cx="698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/</a:t>
            </a:r>
            <a:r>
              <a:rPr lang="de-DE" dirty="0" err="1"/>
              <a:t>cmd</a:t>
            </a:r>
            <a:endParaRPr lang="de-DE" dirty="0"/>
          </a:p>
          <a:p>
            <a:pPr algn="ctr"/>
            <a:r>
              <a:rPr lang="de-DE" dirty="0" err="1"/>
              <a:t>vel</a:t>
            </a:r>
            <a:endParaRPr lang="de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29E23-B1C4-2724-F326-23092125DA92}"/>
              </a:ext>
            </a:extLst>
          </p:cNvPr>
          <p:cNvSpPr txBox="1"/>
          <p:nvPr/>
        </p:nvSpPr>
        <p:spPr>
          <a:xfrm>
            <a:off x="2773246" y="5365971"/>
            <a:ext cx="1853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Controller </a:t>
            </a:r>
            <a:r>
              <a:rPr lang="de-DE" dirty="0" err="1"/>
              <a:t>server</a:t>
            </a:r>
            <a:endParaRPr lang="de-D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0524E1-4143-B820-215A-1956FA00E0E2}"/>
              </a:ext>
            </a:extLst>
          </p:cNvPr>
          <p:cNvSpPr txBox="1"/>
          <p:nvPr/>
        </p:nvSpPr>
        <p:spPr>
          <a:xfrm>
            <a:off x="808377" y="18685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FollowPath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dwb_core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DWBLocalPlanner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17F455-26B7-9CCC-0F23-409D01F89DC7}"/>
              </a:ext>
            </a:extLst>
          </p:cNvPr>
          <p:cNvSpPr txBox="1"/>
          <p:nvPr/>
        </p:nvSpPr>
        <p:spPr>
          <a:xfrm>
            <a:off x="808377" y="3454851"/>
            <a:ext cx="7325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progress_checker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nav2_controller::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SimpleProgressChecker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FD7A11-5CDC-1428-C4CF-0A746AE58D53}"/>
              </a:ext>
            </a:extLst>
          </p:cNvPr>
          <p:cNvSpPr txBox="1"/>
          <p:nvPr/>
        </p:nvSpPr>
        <p:spPr>
          <a:xfrm>
            <a:off x="808377" y="2664085"/>
            <a:ext cx="8138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general_goal_checker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nav2_controller::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SimpleGoalChecker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655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73A16-AAF7-FF74-3631-6867CDE0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9BC5D81-9A1E-F2CE-4CBE-816303B54428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Controller Server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CB03E1-B83A-6C46-12E3-93AE60927236}"/>
              </a:ext>
            </a:extLst>
          </p:cNvPr>
          <p:cNvSpPr txBox="1"/>
          <p:nvPr/>
        </p:nvSpPr>
        <p:spPr>
          <a:xfrm>
            <a:off x="808377" y="18685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dwb_core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DWBLocalPlanner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45704-2C34-659B-2AD2-C2367494F5BE}"/>
              </a:ext>
            </a:extLst>
          </p:cNvPr>
          <p:cNvSpPr txBox="1"/>
          <p:nvPr/>
        </p:nvSpPr>
        <p:spPr>
          <a:xfrm>
            <a:off x="748748" y="2473060"/>
            <a:ext cx="9791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 err="1"/>
              <a:t>Uses</a:t>
            </a:r>
            <a:r>
              <a:rPr lang="de-DE" sz="2000" dirty="0"/>
              <a:t> Dynamic </a:t>
            </a:r>
            <a:r>
              <a:rPr lang="de-DE" sz="2000" dirty="0" err="1"/>
              <a:t>Window</a:t>
            </a:r>
            <a:r>
              <a:rPr lang="de-DE" sz="2000" dirty="0"/>
              <a:t> Approach </a:t>
            </a:r>
            <a:r>
              <a:rPr lang="de-DE" sz="2000" dirty="0" err="1"/>
              <a:t>algorithm</a:t>
            </a:r>
            <a:r>
              <a:rPr lang="de-DE" sz="2000" dirty="0"/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86EA71-7EBC-3E96-F7D1-DB7E04E723C5}"/>
              </a:ext>
            </a:extLst>
          </p:cNvPr>
          <p:cNvCxnSpPr/>
          <p:nvPr/>
        </p:nvCxnSpPr>
        <p:spPr>
          <a:xfrm flipV="1">
            <a:off x="1124344" y="4364377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66979758-07AE-1E58-EE22-14D7AA62A2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89005" y="4557613"/>
            <a:ext cx="457201" cy="70731"/>
          </a:xfrm>
          <a:prstGeom prst="curvedConnector3">
            <a:avLst>
              <a:gd name="adj1" fmla="val 8756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529D25AA-15EC-2071-03B5-3EF0B49E21ED}"/>
              </a:ext>
            </a:extLst>
          </p:cNvPr>
          <p:cNvCxnSpPr>
            <a:cxnSpLocks/>
          </p:cNvCxnSpPr>
          <p:nvPr/>
        </p:nvCxnSpPr>
        <p:spPr>
          <a:xfrm rot="16200000" flipV="1">
            <a:off x="802669" y="4560913"/>
            <a:ext cx="457200" cy="64127"/>
          </a:xfrm>
          <a:prstGeom prst="curvedConnector3">
            <a:avLst>
              <a:gd name="adj1" fmla="val 86805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4DC444FD-EF18-EED9-CD23-AFF7E614410B}"/>
              </a:ext>
            </a:extLst>
          </p:cNvPr>
          <p:cNvSpPr/>
          <p:nvPr/>
        </p:nvSpPr>
        <p:spPr>
          <a:xfrm>
            <a:off x="808705" y="4086227"/>
            <a:ext cx="630621" cy="1013497"/>
          </a:xfrm>
          <a:custGeom>
            <a:avLst/>
            <a:gdLst>
              <a:gd name="connsiteX0" fmla="*/ 0 w 630621"/>
              <a:gd name="connsiteY0" fmla="*/ 0 h 1013497"/>
              <a:gd name="connsiteX1" fmla="*/ 630621 w 630621"/>
              <a:gd name="connsiteY1" fmla="*/ 0 h 1013497"/>
              <a:gd name="connsiteX2" fmla="*/ 630621 w 630621"/>
              <a:gd name="connsiteY2" fmla="*/ 1013497 h 1013497"/>
              <a:gd name="connsiteX3" fmla="*/ 437763 w 630621"/>
              <a:gd name="connsiteY3" fmla="*/ 1013497 h 1013497"/>
              <a:gd name="connsiteX4" fmla="*/ 437763 w 630621"/>
              <a:gd name="connsiteY4" fmla="*/ 999907 h 1013497"/>
              <a:gd name="connsiteX5" fmla="*/ 617031 w 630621"/>
              <a:gd name="connsiteY5" fmla="*/ 999907 h 1013497"/>
              <a:gd name="connsiteX6" fmla="*/ 617031 w 630621"/>
              <a:gd name="connsiteY6" fmla="*/ 13590 h 1013497"/>
              <a:gd name="connsiteX7" fmla="*/ 13590 w 630621"/>
              <a:gd name="connsiteY7" fmla="*/ 13590 h 1013497"/>
              <a:gd name="connsiteX8" fmla="*/ 13590 w 630621"/>
              <a:gd name="connsiteY8" fmla="*/ 999907 h 1013497"/>
              <a:gd name="connsiteX9" fmla="*/ 190500 w 630621"/>
              <a:gd name="connsiteY9" fmla="*/ 999907 h 1013497"/>
              <a:gd name="connsiteX10" fmla="*/ 190500 w 630621"/>
              <a:gd name="connsiteY10" fmla="*/ 1013497 h 1013497"/>
              <a:gd name="connsiteX11" fmla="*/ 0 w 630621"/>
              <a:gd name="connsiteY11" fmla="*/ 1013497 h 101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0621" h="1013497">
                <a:moveTo>
                  <a:pt x="0" y="0"/>
                </a:moveTo>
                <a:lnTo>
                  <a:pt x="630621" y="0"/>
                </a:lnTo>
                <a:lnTo>
                  <a:pt x="630621" y="1013497"/>
                </a:lnTo>
                <a:lnTo>
                  <a:pt x="437763" y="1013497"/>
                </a:lnTo>
                <a:lnTo>
                  <a:pt x="437763" y="999907"/>
                </a:lnTo>
                <a:lnTo>
                  <a:pt x="617031" y="999907"/>
                </a:lnTo>
                <a:lnTo>
                  <a:pt x="617031" y="13590"/>
                </a:lnTo>
                <a:lnTo>
                  <a:pt x="13590" y="13590"/>
                </a:lnTo>
                <a:lnTo>
                  <a:pt x="13590" y="999907"/>
                </a:lnTo>
                <a:lnTo>
                  <a:pt x="190500" y="999907"/>
                </a:lnTo>
                <a:lnTo>
                  <a:pt x="190500" y="1013497"/>
                </a:lnTo>
                <a:lnTo>
                  <a:pt x="0" y="101349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A0877-1AE8-7975-5580-480EB7B1C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01" y="4873410"/>
            <a:ext cx="452627" cy="4526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E57A1E7-8FD3-3CB7-4938-A1A67639F0FE}"/>
              </a:ext>
            </a:extLst>
          </p:cNvPr>
          <p:cNvSpPr txBox="1"/>
          <p:nvPr/>
        </p:nvSpPr>
        <p:spPr>
          <a:xfrm>
            <a:off x="748748" y="3299643"/>
            <a:ext cx="38204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 err="1"/>
              <a:t>Finds</a:t>
            </a:r>
            <a:r>
              <a:rPr lang="de-DE" sz="2400" b="1" dirty="0"/>
              <a:t> all possible </a:t>
            </a:r>
            <a:r>
              <a:rPr lang="de-DE" sz="2400" b="1" dirty="0" err="1"/>
              <a:t>paths</a:t>
            </a:r>
            <a:endParaRPr lang="de-DE" sz="2400" b="1" dirty="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32F91095-09A8-8794-2F01-91803EEEE313}"/>
              </a:ext>
            </a:extLst>
          </p:cNvPr>
          <p:cNvSpPr/>
          <p:nvPr/>
        </p:nvSpPr>
        <p:spPr>
          <a:xfrm>
            <a:off x="2085176" y="4114868"/>
            <a:ext cx="630621" cy="1013497"/>
          </a:xfrm>
          <a:custGeom>
            <a:avLst/>
            <a:gdLst>
              <a:gd name="connsiteX0" fmla="*/ 0 w 630621"/>
              <a:gd name="connsiteY0" fmla="*/ 0 h 1013497"/>
              <a:gd name="connsiteX1" fmla="*/ 630621 w 630621"/>
              <a:gd name="connsiteY1" fmla="*/ 0 h 1013497"/>
              <a:gd name="connsiteX2" fmla="*/ 630621 w 630621"/>
              <a:gd name="connsiteY2" fmla="*/ 1013497 h 1013497"/>
              <a:gd name="connsiteX3" fmla="*/ 437763 w 630621"/>
              <a:gd name="connsiteY3" fmla="*/ 1013497 h 1013497"/>
              <a:gd name="connsiteX4" fmla="*/ 437763 w 630621"/>
              <a:gd name="connsiteY4" fmla="*/ 999907 h 1013497"/>
              <a:gd name="connsiteX5" fmla="*/ 617031 w 630621"/>
              <a:gd name="connsiteY5" fmla="*/ 999907 h 1013497"/>
              <a:gd name="connsiteX6" fmla="*/ 617031 w 630621"/>
              <a:gd name="connsiteY6" fmla="*/ 13590 h 1013497"/>
              <a:gd name="connsiteX7" fmla="*/ 13590 w 630621"/>
              <a:gd name="connsiteY7" fmla="*/ 13590 h 1013497"/>
              <a:gd name="connsiteX8" fmla="*/ 13590 w 630621"/>
              <a:gd name="connsiteY8" fmla="*/ 999907 h 1013497"/>
              <a:gd name="connsiteX9" fmla="*/ 190500 w 630621"/>
              <a:gd name="connsiteY9" fmla="*/ 999907 h 1013497"/>
              <a:gd name="connsiteX10" fmla="*/ 190500 w 630621"/>
              <a:gd name="connsiteY10" fmla="*/ 1013497 h 1013497"/>
              <a:gd name="connsiteX11" fmla="*/ 0 w 630621"/>
              <a:gd name="connsiteY11" fmla="*/ 1013497 h 101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0621" h="1013497">
                <a:moveTo>
                  <a:pt x="0" y="0"/>
                </a:moveTo>
                <a:lnTo>
                  <a:pt x="630621" y="0"/>
                </a:lnTo>
                <a:lnTo>
                  <a:pt x="630621" y="1013497"/>
                </a:lnTo>
                <a:lnTo>
                  <a:pt x="437763" y="1013497"/>
                </a:lnTo>
                <a:lnTo>
                  <a:pt x="437763" y="999907"/>
                </a:lnTo>
                <a:lnTo>
                  <a:pt x="617031" y="999907"/>
                </a:lnTo>
                <a:lnTo>
                  <a:pt x="617031" y="13590"/>
                </a:lnTo>
                <a:lnTo>
                  <a:pt x="13590" y="13590"/>
                </a:lnTo>
                <a:lnTo>
                  <a:pt x="13590" y="999907"/>
                </a:lnTo>
                <a:lnTo>
                  <a:pt x="190500" y="999907"/>
                </a:lnTo>
                <a:lnTo>
                  <a:pt x="190500" y="1013497"/>
                </a:lnTo>
                <a:lnTo>
                  <a:pt x="0" y="101349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20591B8-9493-5127-CDFD-433E14553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172" y="4902051"/>
            <a:ext cx="452627" cy="452627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9B134D-56D0-0C8B-5539-64C81C8E28D0}"/>
              </a:ext>
            </a:extLst>
          </p:cNvPr>
          <p:cNvCxnSpPr>
            <a:cxnSpLocks/>
          </p:cNvCxnSpPr>
          <p:nvPr/>
        </p:nvCxnSpPr>
        <p:spPr>
          <a:xfrm flipV="1">
            <a:off x="2400487" y="3668107"/>
            <a:ext cx="0" cy="1022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" name="Multiply 50">
            <a:extLst>
              <a:ext uri="{FF2B5EF4-FFF2-40B4-BE49-F238E27FC236}">
                <a16:creationId xmlns:a16="http://schemas.microsoft.com/office/drawing/2014/main" id="{92232E03-80D4-4ABA-269F-CA45BA9433B3}"/>
              </a:ext>
            </a:extLst>
          </p:cNvPr>
          <p:cNvSpPr/>
          <p:nvPr/>
        </p:nvSpPr>
        <p:spPr>
          <a:xfrm>
            <a:off x="2264227" y="4239953"/>
            <a:ext cx="272516" cy="280435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2FD05539-36B1-6DA4-53F6-40B667C7839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518010" y="4626052"/>
            <a:ext cx="457201" cy="70731"/>
          </a:xfrm>
          <a:prstGeom prst="curvedConnector3">
            <a:avLst>
              <a:gd name="adj1" fmla="val 87569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" name="Freeform 54">
            <a:extLst>
              <a:ext uri="{FF2B5EF4-FFF2-40B4-BE49-F238E27FC236}">
                <a16:creationId xmlns:a16="http://schemas.microsoft.com/office/drawing/2014/main" id="{01710142-00E5-6AC8-CAC7-83E34314892E}"/>
              </a:ext>
            </a:extLst>
          </p:cNvPr>
          <p:cNvSpPr/>
          <p:nvPr/>
        </p:nvSpPr>
        <p:spPr>
          <a:xfrm>
            <a:off x="3361647" y="4114868"/>
            <a:ext cx="630621" cy="1013497"/>
          </a:xfrm>
          <a:custGeom>
            <a:avLst/>
            <a:gdLst>
              <a:gd name="connsiteX0" fmla="*/ 0 w 630621"/>
              <a:gd name="connsiteY0" fmla="*/ 0 h 1013497"/>
              <a:gd name="connsiteX1" fmla="*/ 630621 w 630621"/>
              <a:gd name="connsiteY1" fmla="*/ 0 h 1013497"/>
              <a:gd name="connsiteX2" fmla="*/ 630621 w 630621"/>
              <a:gd name="connsiteY2" fmla="*/ 1013497 h 1013497"/>
              <a:gd name="connsiteX3" fmla="*/ 437763 w 630621"/>
              <a:gd name="connsiteY3" fmla="*/ 1013497 h 1013497"/>
              <a:gd name="connsiteX4" fmla="*/ 437763 w 630621"/>
              <a:gd name="connsiteY4" fmla="*/ 999907 h 1013497"/>
              <a:gd name="connsiteX5" fmla="*/ 617031 w 630621"/>
              <a:gd name="connsiteY5" fmla="*/ 999907 h 1013497"/>
              <a:gd name="connsiteX6" fmla="*/ 617031 w 630621"/>
              <a:gd name="connsiteY6" fmla="*/ 13590 h 1013497"/>
              <a:gd name="connsiteX7" fmla="*/ 13590 w 630621"/>
              <a:gd name="connsiteY7" fmla="*/ 13590 h 1013497"/>
              <a:gd name="connsiteX8" fmla="*/ 13590 w 630621"/>
              <a:gd name="connsiteY8" fmla="*/ 999907 h 1013497"/>
              <a:gd name="connsiteX9" fmla="*/ 190500 w 630621"/>
              <a:gd name="connsiteY9" fmla="*/ 999907 h 1013497"/>
              <a:gd name="connsiteX10" fmla="*/ 190500 w 630621"/>
              <a:gd name="connsiteY10" fmla="*/ 1013497 h 1013497"/>
              <a:gd name="connsiteX11" fmla="*/ 0 w 630621"/>
              <a:gd name="connsiteY11" fmla="*/ 1013497 h 1013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0621" h="1013497">
                <a:moveTo>
                  <a:pt x="0" y="0"/>
                </a:moveTo>
                <a:lnTo>
                  <a:pt x="630621" y="0"/>
                </a:lnTo>
                <a:lnTo>
                  <a:pt x="630621" y="1013497"/>
                </a:lnTo>
                <a:lnTo>
                  <a:pt x="437763" y="1013497"/>
                </a:lnTo>
                <a:lnTo>
                  <a:pt x="437763" y="999907"/>
                </a:lnTo>
                <a:lnTo>
                  <a:pt x="617031" y="999907"/>
                </a:lnTo>
                <a:lnTo>
                  <a:pt x="617031" y="13590"/>
                </a:lnTo>
                <a:lnTo>
                  <a:pt x="13590" y="13590"/>
                </a:lnTo>
                <a:lnTo>
                  <a:pt x="13590" y="999907"/>
                </a:lnTo>
                <a:lnTo>
                  <a:pt x="190500" y="999907"/>
                </a:lnTo>
                <a:lnTo>
                  <a:pt x="190500" y="1013497"/>
                </a:lnTo>
                <a:lnTo>
                  <a:pt x="0" y="101349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D558511-BE97-6916-11D0-995A385CA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361" y="4901615"/>
            <a:ext cx="452627" cy="45262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0253BD9-05CA-849F-417A-5F1D65880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610" y="4218765"/>
            <a:ext cx="173412" cy="173412"/>
          </a:xfrm>
          <a:prstGeom prst="rect">
            <a:avLst/>
          </a:prstGeom>
        </p:spPr>
      </p:pic>
      <p:sp>
        <p:nvSpPr>
          <p:cNvPr id="58" name="Multiply 57">
            <a:extLst>
              <a:ext uri="{FF2B5EF4-FFF2-40B4-BE49-F238E27FC236}">
                <a16:creationId xmlns:a16="http://schemas.microsoft.com/office/drawing/2014/main" id="{B2AF0B62-FC29-1087-5FE1-726E57B15E4C}"/>
              </a:ext>
            </a:extLst>
          </p:cNvPr>
          <p:cNvSpPr/>
          <p:nvPr/>
        </p:nvSpPr>
        <p:spPr>
          <a:xfrm>
            <a:off x="3574987" y="4541503"/>
            <a:ext cx="272516" cy="280435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3B3C6D0-3F08-80FD-95D2-D3BFD7BA463D}"/>
                  </a:ext>
                </a:extLst>
              </p:cNvPr>
              <p:cNvSpPr txBox="1"/>
              <p:nvPr/>
            </p:nvSpPr>
            <p:spPr>
              <a:xfrm>
                <a:off x="748748" y="5679597"/>
                <a:ext cx="979179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000" dirty="0"/>
                  <a:t>Each Path </a:t>
                </a:r>
                <a:r>
                  <a:rPr lang="de-DE" sz="2000" dirty="0" err="1"/>
                  <a:t>is</a:t>
                </a:r>
                <a:r>
                  <a:rPr lang="de-DE" sz="2000" dirty="0"/>
                  <a:t> a </a:t>
                </a:r>
                <a:r>
                  <a:rPr lang="de-DE" sz="2000" dirty="0" err="1"/>
                  <a:t>prediction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de-DE" sz="2000" dirty="0"/>
                  <a:t> set</a:t>
                </a: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3B3C6D0-3F08-80FD-95D2-D3BFD7BA4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48" y="5679597"/>
                <a:ext cx="9791790" cy="400110"/>
              </a:xfrm>
              <a:prstGeom prst="rect">
                <a:avLst/>
              </a:prstGeom>
              <a:blipFill>
                <a:blip r:embed="rId5"/>
                <a:stretch>
                  <a:fillRect l="-778" t="-6250" b="-312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9387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7C95-EC8E-F771-9B85-A13A7849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136F79D-12A1-F508-5D28-DB96110E7AC5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Controller Server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5B12CB-1490-0CD3-05E9-81E363780572}"/>
              </a:ext>
            </a:extLst>
          </p:cNvPr>
          <p:cNvSpPr txBox="1"/>
          <p:nvPr/>
        </p:nvSpPr>
        <p:spPr>
          <a:xfrm>
            <a:off x="808377" y="18685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FollowPath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dwb_core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DWBLocalPlanner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16DD7-5774-3388-F476-9025A0F208B8}"/>
              </a:ext>
            </a:extLst>
          </p:cNvPr>
          <p:cNvSpPr txBox="1"/>
          <p:nvPr/>
        </p:nvSpPr>
        <p:spPr>
          <a:xfrm>
            <a:off x="748748" y="3110043"/>
            <a:ext cx="3678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400" b="1" dirty="0"/>
              <a:t>Keep </a:t>
            </a:r>
            <a:r>
              <a:rPr lang="de-DE" sz="2400" b="1" dirty="0" err="1"/>
              <a:t>best</a:t>
            </a:r>
            <a:r>
              <a:rPr lang="de-DE" sz="2400" b="1" dirty="0"/>
              <a:t> possible </a:t>
            </a:r>
            <a:r>
              <a:rPr lang="de-DE" sz="2400" b="1" dirty="0" err="1"/>
              <a:t>path</a:t>
            </a:r>
            <a:endParaRPr lang="de-DE" sz="2400" b="1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B151F02-4A4D-E1DC-03FA-A3DB327084FA}"/>
              </a:ext>
            </a:extLst>
          </p:cNvPr>
          <p:cNvGrpSpPr/>
          <p:nvPr/>
        </p:nvGrpSpPr>
        <p:grpSpPr>
          <a:xfrm>
            <a:off x="2191966" y="3927188"/>
            <a:ext cx="630621" cy="1239810"/>
            <a:chOff x="2167403" y="3622907"/>
            <a:chExt cx="630621" cy="123981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669C02C-0DCF-90B2-2A41-20056412D525}"/>
                </a:ext>
              </a:extLst>
            </p:cNvPr>
            <p:cNvSpPr/>
            <p:nvPr/>
          </p:nvSpPr>
          <p:spPr>
            <a:xfrm>
              <a:off x="2167403" y="3622907"/>
              <a:ext cx="630621" cy="1013497"/>
            </a:xfrm>
            <a:custGeom>
              <a:avLst/>
              <a:gdLst>
                <a:gd name="connsiteX0" fmla="*/ 0 w 630621"/>
                <a:gd name="connsiteY0" fmla="*/ 0 h 1013497"/>
                <a:gd name="connsiteX1" fmla="*/ 630621 w 630621"/>
                <a:gd name="connsiteY1" fmla="*/ 0 h 1013497"/>
                <a:gd name="connsiteX2" fmla="*/ 630621 w 630621"/>
                <a:gd name="connsiteY2" fmla="*/ 1013497 h 1013497"/>
                <a:gd name="connsiteX3" fmla="*/ 437763 w 630621"/>
                <a:gd name="connsiteY3" fmla="*/ 1013497 h 1013497"/>
                <a:gd name="connsiteX4" fmla="*/ 437763 w 630621"/>
                <a:gd name="connsiteY4" fmla="*/ 999907 h 1013497"/>
                <a:gd name="connsiteX5" fmla="*/ 617031 w 630621"/>
                <a:gd name="connsiteY5" fmla="*/ 999907 h 1013497"/>
                <a:gd name="connsiteX6" fmla="*/ 617031 w 630621"/>
                <a:gd name="connsiteY6" fmla="*/ 13590 h 1013497"/>
                <a:gd name="connsiteX7" fmla="*/ 13590 w 630621"/>
                <a:gd name="connsiteY7" fmla="*/ 13590 h 1013497"/>
                <a:gd name="connsiteX8" fmla="*/ 13590 w 630621"/>
                <a:gd name="connsiteY8" fmla="*/ 999907 h 1013497"/>
                <a:gd name="connsiteX9" fmla="*/ 190500 w 630621"/>
                <a:gd name="connsiteY9" fmla="*/ 999907 h 1013497"/>
                <a:gd name="connsiteX10" fmla="*/ 190500 w 630621"/>
                <a:gd name="connsiteY10" fmla="*/ 1013497 h 1013497"/>
                <a:gd name="connsiteX11" fmla="*/ 0 w 630621"/>
                <a:gd name="connsiteY11" fmla="*/ 1013497 h 10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0621" h="1013497">
                  <a:moveTo>
                    <a:pt x="0" y="0"/>
                  </a:moveTo>
                  <a:lnTo>
                    <a:pt x="630621" y="0"/>
                  </a:lnTo>
                  <a:lnTo>
                    <a:pt x="630621" y="1013497"/>
                  </a:lnTo>
                  <a:lnTo>
                    <a:pt x="437763" y="1013497"/>
                  </a:lnTo>
                  <a:lnTo>
                    <a:pt x="437763" y="999907"/>
                  </a:lnTo>
                  <a:lnTo>
                    <a:pt x="617031" y="999907"/>
                  </a:lnTo>
                  <a:lnTo>
                    <a:pt x="617031" y="13590"/>
                  </a:lnTo>
                  <a:lnTo>
                    <a:pt x="13590" y="13590"/>
                  </a:lnTo>
                  <a:lnTo>
                    <a:pt x="13590" y="999907"/>
                  </a:lnTo>
                  <a:lnTo>
                    <a:pt x="190500" y="999907"/>
                  </a:lnTo>
                  <a:lnTo>
                    <a:pt x="190500" y="1013497"/>
                  </a:lnTo>
                  <a:lnTo>
                    <a:pt x="0" y="101349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CB86C91-E078-F8F0-1FE4-48BACD051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6399" y="4410090"/>
              <a:ext cx="452627" cy="452627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3B2AF4-53EE-7C26-78ED-317A6A6390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0597" y="3823108"/>
              <a:ext cx="15011" cy="5558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BE439E3-2822-84AA-B8FE-A69EB6D35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6632" y="3824780"/>
              <a:ext cx="75184" cy="5749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FB20F9B-ADF1-0BBD-6B05-3AB5FE5BC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46161" y="3941721"/>
              <a:ext cx="173412" cy="17341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1C737FD-2EDB-3204-7424-1520387C3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9249" y="4068058"/>
              <a:ext cx="123193" cy="123193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C387D6D-21B8-179C-F6D6-9E2D16F9F5ED}"/>
              </a:ext>
            </a:extLst>
          </p:cNvPr>
          <p:cNvGrpSpPr/>
          <p:nvPr/>
        </p:nvGrpSpPr>
        <p:grpSpPr>
          <a:xfrm>
            <a:off x="3483823" y="3928425"/>
            <a:ext cx="630621" cy="1239374"/>
            <a:chOff x="6217554" y="2036451"/>
            <a:chExt cx="630621" cy="1239374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DD280BE-07E5-8BBD-18E5-4EC962D16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rcRect l="16660" t="42085" r="6420" b="15343"/>
            <a:stretch>
              <a:fillRect/>
            </a:stretch>
          </p:blipFill>
          <p:spPr>
            <a:xfrm rot="5054527" flipH="1">
              <a:off x="6287055" y="2298844"/>
              <a:ext cx="631832" cy="349695"/>
            </a:xfrm>
            <a:prstGeom prst="rect">
              <a:avLst/>
            </a:prstGeom>
          </p:spPr>
        </p:pic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94B59D7-C6F6-D88F-F91A-869F27BCEDD7}"/>
                </a:ext>
              </a:extLst>
            </p:cNvPr>
            <p:cNvSpPr/>
            <p:nvPr/>
          </p:nvSpPr>
          <p:spPr>
            <a:xfrm>
              <a:off x="6217554" y="2036451"/>
              <a:ext cx="630621" cy="1013497"/>
            </a:xfrm>
            <a:custGeom>
              <a:avLst/>
              <a:gdLst>
                <a:gd name="connsiteX0" fmla="*/ 0 w 630621"/>
                <a:gd name="connsiteY0" fmla="*/ 0 h 1013497"/>
                <a:gd name="connsiteX1" fmla="*/ 630621 w 630621"/>
                <a:gd name="connsiteY1" fmla="*/ 0 h 1013497"/>
                <a:gd name="connsiteX2" fmla="*/ 630621 w 630621"/>
                <a:gd name="connsiteY2" fmla="*/ 1013497 h 1013497"/>
                <a:gd name="connsiteX3" fmla="*/ 437763 w 630621"/>
                <a:gd name="connsiteY3" fmla="*/ 1013497 h 1013497"/>
                <a:gd name="connsiteX4" fmla="*/ 437763 w 630621"/>
                <a:gd name="connsiteY4" fmla="*/ 999907 h 1013497"/>
                <a:gd name="connsiteX5" fmla="*/ 617031 w 630621"/>
                <a:gd name="connsiteY5" fmla="*/ 999907 h 1013497"/>
                <a:gd name="connsiteX6" fmla="*/ 617031 w 630621"/>
                <a:gd name="connsiteY6" fmla="*/ 13590 h 1013497"/>
                <a:gd name="connsiteX7" fmla="*/ 13590 w 630621"/>
                <a:gd name="connsiteY7" fmla="*/ 13590 h 1013497"/>
                <a:gd name="connsiteX8" fmla="*/ 13590 w 630621"/>
                <a:gd name="connsiteY8" fmla="*/ 999907 h 1013497"/>
                <a:gd name="connsiteX9" fmla="*/ 190500 w 630621"/>
                <a:gd name="connsiteY9" fmla="*/ 999907 h 1013497"/>
                <a:gd name="connsiteX10" fmla="*/ 190500 w 630621"/>
                <a:gd name="connsiteY10" fmla="*/ 1013497 h 1013497"/>
                <a:gd name="connsiteX11" fmla="*/ 0 w 630621"/>
                <a:gd name="connsiteY11" fmla="*/ 1013497 h 10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0621" h="1013497">
                  <a:moveTo>
                    <a:pt x="0" y="0"/>
                  </a:moveTo>
                  <a:lnTo>
                    <a:pt x="630621" y="0"/>
                  </a:lnTo>
                  <a:lnTo>
                    <a:pt x="630621" y="1013497"/>
                  </a:lnTo>
                  <a:lnTo>
                    <a:pt x="437763" y="1013497"/>
                  </a:lnTo>
                  <a:lnTo>
                    <a:pt x="437763" y="999907"/>
                  </a:lnTo>
                  <a:lnTo>
                    <a:pt x="617031" y="999907"/>
                  </a:lnTo>
                  <a:lnTo>
                    <a:pt x="617031" y="13590"/>
                  </a:lnTo>
                  <a:lnTo>
                    <a:pt x="13590" y="13590"/>
                  </a:lnTo>
                  <a:lnTo>
                    <a:pt x="13590" y="999907"/>
                  </a:lnTo>
                  <a:lnTo>
                    <a:pt x="190500" y="999907"/>
                  </a:lnTo>
                  <a:lnTo>
                    <a:pt x="190500" y="1013497"/>
                  </a:lnTo>
                  <a:lnTo>
                    <a:pt x="0" y="101349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27F1C4-33A9-9067-DEE8-4B4F0027B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1268" y="2823198"/>
              <a:ext cx="452627" cy="452627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097C34E-7163-3BD4-48A2-45C21FE09A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5465" y="2393534"/>
              <a:ext cx="72017" cy="4067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94B01E34-FBC6-77B1-7BF1-111656A8C1B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367828" y="2550850"/>
              <a:ext cx="406702" cy="92070"/>
            </a:xfrm>
            <a:prstGeom prst="curvedConnector3">
              <a:avLst>
                <a:gd name="adj1" fmla="val 90149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0F1962B-AD55-3442-0036-F0F689A67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74877" y="2510092"/>
              <a:ext cx="123193" cy="123193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E8D2F0C-827D-66BB-845B-EF4548A950FA}"/>
              </a:ext>
            </a:extLst>
          </p:cNvPr>
          <p:cNvGrpSpPr/>
          <p:nvPr/>
        </p:nvGrpSpPr>
        <p:grpSpPr>
          <a:xfrm>
            <a:off x="4786852" y="3923863"/>
            <a:ext cx="630621" cy="1239810"/>
            <a:chOff x="7498743" y="2036451"/>
            <a:chExt cx="630621" cy="1239810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236AB18-743E-CD39-FA26-35BF68CFCF4D}"/>
                </a:ext>
              </a:extLst>
            </p:cNvPr>
            <p:cNvSpPr/>
            <p:nvPr/>
          </p:nvSpPr>
          <p:spPr>
            <a:xfrm>
              <a:off x="7498743" y="2036451"/>
              <a:ext cx="630621" cy="1013497"/>
            </a:xfrm>
            <a:custGeom>
              <a:avLst/>
              <a:gdLst>
                <a:gd name="connsiteX0" fmla="*/ 0 w 630621"/>
                <a:gd name="connsiteY0" fmla="*/ 0 h 1013497"/>
                <a:gd name="connsiteX1" fmla="*/ 630621 w 630621"/>
                <a:gd name="connsiteY1" fmla="*/ 0 h 1013497"/>
                <a:gd name="connsiteX2" fmla="*/ 630621 w 630621"/>
                <a:gd name="connsiteY2" fmla="*/ 1013497 h 1013497"/>
                <a:gd name="connsiteX3" fmla="*/ 437763 w 630621"/>
                <a:gd name="connsiteY3" fmla="*/ 1013497 h 1013497"/>
                <a:gd name="connsiteX4" fmla="*/ 437763 w 630621"/>
                <a:gd name="connsiteY4" fmla="*/ 999907 h 1013497"/>
                <a:gd name="connsiteX5" fmla="*/ 617031 w 630621"/>
                <a:gd name="connsiteY5" fmla="*/ 999907 h 1013497"/>
                <a:gd name="connsiteX6" fmla="*/ 617031 w 630621"/>
                <a:gd name="connsiteY6" fmla="*/ 13590 h 1013497"/>
                <a:gd name="connsiteX7" fmla="*/ 13590 w 630621"/>
                <a:gd name="connsiteY7" fmla="*/ 13590 h 1013497"/>
                <a:gd name="connsiteX8" fmla="*/ 13590 w 630621"/>
                <a:gd name="connsiteY8" fmla="*/ 999907 h 1013497"/>
                <a:gd name="connsiteX9" fmla="*/ 190500 w 630621"/>
                <a:gd name="connsiteY9" fmla="*/ 999907 h 1013497"/>
                <a:gd name="connsiteX10" fmla="*/ 190500 w 630621"/>
                <a:gd name="connsiteY10" fmla="*/ 1013497 h 1013497"/>
                <a:gd name="connsiteX11" fmla="*/ 0 w 630621"/>
                <a:gd name="connsiteY11" fmla="*/ 1013497 h 10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0621" h="1013497">
                  <a:moveTo>
                    <a:pt x="0" y="0"/>
                  </a:moveTo>
                  <a:lnTo>
                    <a:pt x="630621" y="0"/>
                  </a:lnTo>
                  <a:lnTo>
                    <a:pt x="630621" y="1013497"/>
                  </a:lnTo>
                  <a:lnTo>
                    <a:pt x="437763" y="1013497"/>
                  </a:lnTo>
                  <a:lnTo>
                    <a:pt x="437763" y="999907"/>
                  </a:lnTo>
                  <a:lnTo>
                    <a:pt x="617031" y="999907"/>
                  </a:lnTo>
                  <a:lnTo>
                    <a:pt x="617031" y="13590"/>
                  </a:lnTo>
                  <a:lnTo>
                    <a:pt x="13590" y="13590"/>
                  </a:lnTo>
                  <a:lnTo>
                    <a:pt x="13590" y="999907"/>
                  </a:lnTo>
                  <a:lnTo>
                    <a:pt x="190500" y="999907"/>
                  </a:lnTo>
                  <a:lnTo>
                    <a:pt x="190500" y="1013497"/>
                  </a:lnTo>
                  <a:lnTo>
                    <a:pt x="0" y="101349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10234E0-BE1F-FB96-E2BE-3166443B1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7739" y="2823634"/>
              <a:ext cx="452627" cy="452627"/>
            </a:xfrm>
            <a:prstGeom prst="rect">
              <a:avLst/>
            </a:prstGeom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178A62F-8957-DAB4-71B0-CCB9914CCF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92161" y="2236652"/>
              <a:ext cx="87835" cy="5558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868DDCF-3D44-44A4-06E9-4A61F9700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62526" y="2452961"/>
              <a:ext cx="123193" cy="123193"/>
            </a:xfrm>
            <a:prstGeom prst="rect">
              <a:avLst/>
            </a:prstGeom>
          </p:spPr>
        </p:pic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77680FB-1A31-F4CD-7EDC-AB6F92D2E549}"/>
                </a:ext>
              </a:extLst>
            </p:cNvPr>
            <p:cNvSpPr/>
            <p:nvPr/>
          </p:nvSpPr>
          <p:spPr>
            <a:xfrm>
              <a:off x="7777370" y="2220195"/>
              <a:ext cx="182880" cy="532015"/>
            </a:xfrm>
            <a:custGeom>
              <a:avLst/>
              <a:gdLst>
                <a:gd name="connsiteX0" fmla="*/ 116378 w 182880"/>
                <a:gd name="connsiteY0" fmla="*/ 532015 h 532015"/>
                <a:gd name="connsiteX1" fmla="*/ 182880 w 182880"/>
                <a:gd name="connsiteY1" fmla="*/ 418962 h 532015"/>
                <a:gd name="connsiteX2" fmla="*/ 69826 w 182880"/>
                <a:gd name="connsiteY2" fmla="*/ 349135 h 532015"/>
                <a:gd name="connsiteX3" fmla="*/ 139653 w 182880"/>
                <a:gd name="connsiteY3" fmla="*/ 152954 h 532015"/>
                <a:gd name="connsiteX4" fmla="*/ 0 w 182880"/>
                <a:gd name="connsiteY4" fmla="*/ 0 h 532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" h="532015">
                  <a:moveTo>
                    <a:pt x="116378" y="532015"/>
                  </a:moveTo>
                  <a:lnTo>
                    <a:pt x="182880" y="418962"/>
                  </a:lnTo>
                  <a:lnTo>
                    <a:pt x="69826" y="349135"/>
                  </a:lnTo>
                  <a:lnTo>
                    <a:pt x="139653" y="152954"/>
                  </a:lnTo>
                  <a:lnTo>
                    <a:pt x="0" y="0"/>
                  </a:lnTo>
                </a:path>
              </a:pathLst>
            </a:cu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70D66EC-D400-6D08-889F-B340C6944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42428" y="2183116"/>
              <a:ext cx="180945" cy="1932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407E2A0-D581-B5AC-F7C2-4071458A2B51}"/>
              </a:ext>
            </a:extLst>
          </p:cNvPr>
          <p:cNvGrpSpPr/>
          <p:nvPr/>
        </p:nvGrpSpPr>
        <p:grpSpPr>
          <a:xfrm>
            <a:off x="900107" y="3867636"/>
            <a:ext cx="630621" cy="1296037"/>
            <a:chOff x="890932" y="3538039"/>
            <a:chExt cx="630621" cy="1296037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1499E045-006D-3CB5-603E-BE1B284DEA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8259" y="3909974"/>
              <a:ext cx="46174" cy="4196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" name="Curved Connector 2">
              <a:extLst>
                <a:ext uri="{FF2B5EF4-FFF2-40B4-BE49-F238E27FC236}">
                  <a16:creationId xmlns:a16="http://schemas.microsoft.com/office/drawing/2014/main" id="{82CC18F5-3578-EEC9-3874-F1475DAF8C1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071232" y="4065652"/>
              <a:ext cx="457201" cy="70731"/>
            </a:xfrm>
            <a:prstGeom prst="curvedConnector3">
              <a:avLst>
                <a:gd name="adj1" fmla="val 87569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A896F9B-7D6F-50DA-E135-DB95DB246CBB}"/>
                </a:ext>
              </a:extLst>
            </p:cNvPr>
            <p:cNvSpPr/>
            <p:nvPr/>
          </p:nvSpPr>
          <p:spPr>
            <a:xfrm>
              <a:off x="890932" y="3594266"/>
              <a:ext cx="630621" cy="1013497"/>
            </a:xfrm>
            <a:custGeom>
              <a:avLst/>
              <a:gdLst>
                <a:gd name="connsiteX0" fmla="*/ 263077 w 630621"/>
                <a:gd name="connsiteY0" fmla="*/ 0 h 1013497"/>
                <a:gd name="connsiteX1" fmla="*/ 630621 w 630621"/>
                <a:gd name="connsiteY1" fmla="*/ 0 h 1013497"/>
                <a:gd name="connsiteX2" fmla="*/ 630621 w 630621"/>
                <a:gd name="connsiteY2" fmla="*/ 1013497 h 1013497"/>
                <a:gd name="connsiteX3" fmla="*/ 437763 w 630621"/>
                <a:gd name="connsiteY3" fmla="*/ 1013497 h 1013497"/>
                <a:gd name="connsiteX4" fmla="*/ 437763 w 630621"/>
                <a:gd name="connsiteY4" fmla="*/ 999907 h 1013497"/>
                <a:gd name="connsiteX5" fmla="*/ 617031 w 630621"/>
                <a:gd name="connsiteY5" fmla="*/ 999907 h 1013497"/>
                <a:gd name="connsiteX6" fmla="*/ 617031 w 630621"/>
                <a:gd name="connsiteY6" fmla="*/ 13590 h 1013497"/>
                <a:gd name="connsiteX7" fmla="*/ 263077 w 630621"/>
                <a:gd name="connsiteY7" fmla="*/ 13590 h 1013497"/>
                <a:gd name="connsiteX8" fmla="*/ 0 w 630621"/>
                <a:gd name="connsiteY8" fmla="*/ 0 h 1013497"/>
                <a:gd name="connsiteX9" fmla="*/ 73970 w 630621"/>
                <a:gd name="connsiteY9" fmla="*/ 0 h 1013497"/>
                <a:gd name="connsiteX10" fmla="*/ 73970 w 630621"/>
                <a:gd name="connsiteY10" fmla="*/ 13590 h 1013497"/>
                <a:gd name="connsiteX11" fmla="*/ 13590 w 630621"/>
                <a:gd name="connsiteY11" fmla="*/ 13590 h 1013497"/>
                <a:gd name="connsiteX12" fmla="*/ 13590 w 630621"/>
                <a:gd name="connsiteY12" fmla="*/ 999907 h 1013497"/>
                <a:gd name="connsiteX13" fmla="*/ 190500 w 630621"/>
                <a:gd name="connsiteY13" fmla="*/ 999907 h 1013497"/>
                <a:gd name="connsiteX14" fmla="*/ 190500 w 630621"/>
                <a:gd name="connsiteY14" fmla="*/ 1013497 h 1013497"/>
                <a:gd name="connsiteX15" fmla="*/ 0 w 630621"/>
                <a:gd name="connsiteY15" fmla="*/ 1013497 h 10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0621" h="1013497">
                  <a:moveTo>
                    <a:pt x="263077" y="0"/>
                  </a:moveTo>
                  <a:lnTo>
                    <a:pt x="630621" y="0"/>
                  </a:lnTo>
                  <a:lnTo>
                    <a:pt x="630621" y="1013497"/>
                  </a:lnTo>
                  <a:lnTo>
                    <a:pt x="437763" y="1013497"/>
                  </a:lnTo>
                  <a:lnTo>
                    <a:pt x="437763" y="999907"/>
                  </a:lnTo>
                  <a:lnTo>
                    <a:pt x="617031" y="999907"/>
                  </a:lnTo>
                  <a:lnTo>
                    <a:pt x="617031" y="13590"/>
                  </a:lnTo>
                  <a:lnTo>
                    <a:pt x="263077" y="13590"/>
                  </a:lnTo>
                  <a:close/>
                  <a:moveTo>
                    <a:pt x="0" y="0"/>
                  </a:moveTo>
                  <a:lnTo>
                    <a:pt x="73970" y="0"/>
                  </a:lnTo>
                  <a:lnTo>
                    <a:pt x="73970" y="13590"/>
                  </a:lnTo>
                  <a:lnTo>
                    <a:pt x="13590" y="13590"/>
                  </a:lnTo>
                  <a:lnTo>
                    <a:pt x="13590" y="999907"/>
                  </a:lnTo>
                  <a:lnTo>
                    <a:pt x="190500" y="999907"/>
                  </a:lnTo>
                  <a:lnTo>
                    <a:pt x="190500" y="1013497"/>
                  </a:lnTo>
                  <a:lnTo>
                    <a:pt x="0" y="101349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6C00034-7158-A0BD-0949-01F9D43EB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9928" y="4381449"/>
              <a:ext cx="452627" cy="45262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D021A6B-6DF5-BC33-1E98-464E70225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5916" y="3538039"/>
              <a:ext cx="209953" cy="20995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CD0ADBD-DFA9-CA16-57EF-4A9790C96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5747" y="4050659"/>
              <a:ext cx="123193" cy="123193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7977DD2-ED58-6C85-4AC0-FCCE56503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520394">
              <a:off x="1097101" y="3661547"/>
              <a:ext cx="254774" cy="254774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86D2D85-8B0E-0FD7-D098-72496C4D4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33763"/>
            <a:stretch>
              <a:fillRect/>
            </a:stretch>
          </p:blipFill>
          <p:spPr>
            <a:xfrm rot="3823747">
              <a:off x="1017261" y="3735864"/>
              <a:ext cx="133905" cy="20216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14F7D4D-C7D2-DADE-2022-144686889FE8}"/>
              </a:ext>
            </a:extLst>
          </p:cNvPr>
          <p:cNvSpPr txBox="1"/>
          <p:nvPr/>
        </p:nvSpPr>
        <p:spPr>
          <a:xfrm>
            <a:off x="668463" y="5288544"/>
            <a:ext cx="1093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/>
              <a:t>GoalDist</a:t>
            </a:r>
            <a:endParaRPr lang="de-DE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5DB962-00BB-683B-A881-37D4D59182B6}"/>
              </a:ext>
            </a:extLst>
          </p:cNvPr>
          <p:cNvSpPr txBox="1"/>
          <p:nvPr/>
        </p:nvSpPr>
        <p:spPr>
          <a:xfrm>
            <a:off x="1771290" y="5284815"/>
            <a:ext cx="1471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/>
              <a:t>BaseObstacle</a:t>
            </a:r>
            <a:endParaRPr lang="de-DE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653F88-5A7A-9BC6-320C-8D63F5FD7FD9}"/>
              </a:ext>
            </a:extLst>
          </p:cNvPr>
          <p:cNvSpPr txBox="1"/>
          <p:nvPr/>
        </p:nvSpPr>
        <p:spPr>
          <a:xfrm>
            <a:off x="4339562" y="5284815"/>
            <a:ext cx="1471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/>
              <a:t>Oscillation</a:t>
            </a:r>
            <a:endParaRPr lang="de-DE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A29025-4219-DF15-510B-B2DB546B4ACA}"/>
              </a:ext>
            </a:extLst>
          </p:cNvPr>
          <p:cNvSpPr txBox="1"/>
          <p:nvPr/>
        </p:nvSpPr>
        <p:spPr>
          <a:xfrm>
            <a:off x="5662829" y="5288544"/>
            <a:ext cx="1471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/>
              <a:t>GoalAlign</a:t>
            </a:r>
            <a:endParaRPr lang="de-DE" sz="16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13DC55-D1C2-B083-1A40-D2C9665AE095}"/>
              </a:ext>
            </a:extLst>
          </p:cNvPr>
          <p:cNvSpPr txBox="1"/>
          <p:nvPr/>
        </p:nvSpPr>
        <p:spPr>
          <a:xfrm>
            <a:off x="3055426" y="5281701"/>
            <a:ext cx="1471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/>
              <a:t>PathDist</a:t>
            </a:r>
            <a:endParaRPr lang="de-DE" sz="16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FF2BE6-400C-A2DB-67CC-69BF14C580B7}"/>
              </a:ext>
            </a:extLst>
          </p:cNvPr>
          <p:cNvSpPr txBox="1"/>
          <p:nvPr/>
        </p:nvSpPr>
        <p:spPr>
          <a:xfrm>
            <a:off x="6955887" y="5276264"/>
            <a:ext cx="1471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dirty="0" err="1"/>
              <a:t>PathAlign</a:t>
            </a:r>
            <a:endParaRPr lang="de-DE" sz="1600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D34563A-03C2-CDB8-7D40-D967132DBE5C}"/>
              </a:ext>
            </a:extLst>
          </p:cNvPr>
          <p:cNvGrpSpPr/>
          <p:nvPr/>
        </p:nvGrpSpPr>
        <p:grpSpPr>
          <a:xfrm>
            <a:off x="6089879" y="3519501"/>
            <a:ext cx="630621" cy="1641744"/>
            <a:chOff x="8690934" y="1634081"/>
            <a:chExt cx="630621" cy="1641744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FCDDBCB-3AF3-CC2D-8337-87AD7CE451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94261" y="2294348"/>
              <a:ext cx="45241" cy="4828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2EF94D8-00CC-502F-D26B-7F8F533C73FA}"/>
                </a:ext>
              </a:extLst>
            </p:cNvPr>
            <p:cNvSpPr/>
            <p:nvPr/>
          </p:nvSpPr>
          <p:spPr>
            <a:xfrm>
              <a:off x="8690934" y="2036015"/>
              <a:ext cx="630621" cy="1013497"/>
            </a:xfrm>
            <a:custGeom>
              <a:avLst/>
              <a:gdLst>
                <a:gd name="connsiteX0" fmla="*/ 263077 w 630621"/>
                <a:gd name="connsiteY0" fmla="*/ 0 h 1013497"/>
                <a:gd name="connsiteX1" fmla="*/ 630621 w 630621"/>
                <a:gd name="connsiteY1" fmla="*/ 0 h 1013497"/>
                <a:gd name="connsiteX2" fmla="*/ 630621 w 630621"/>
                <a:gd name="connsiteY2" fmla="*/ 1013497 h 1013497"/>
                <a:gd name="connsiteX3" fmla="*/ 437763 w 630621"/>
                <a:gd name="connsiteY3" fmla="*/ 1013497 h 1013497"/>
                <a:gd name="connsiteX4" fmla="*/ 437763 w 630621"/>
                <a:gd name="connsiteY4" fmla="*/ 999907 h 1013497"/>
                <a:gd name="connsiteX5" fmla="*/ 617031 w 630621"/>
                <a:gd name="connsiteY5" fmla="*/ 999907 h 1013497"/>
                <a:gd name="connsiteX6" fmla="*/ 617031 w 630621"/>
                <a:gd name="connsiteY6" fmla="*/ 13590 h 1013497"/>
                <a:gd name="connsiteX7" fmla="*/ 263077 w 630621"/>
                <a:gd name="connsiteY7" fmla="*/ 13590 h 1013497"/>
                <a:gd name="connsiteX8" fmla="*/ 0 w 630621"/>
                <a:gd name="connsiteY8" fmla="*/ 0 h 1013497"/>
                <a:gd name="connsiteX9" fmla="*/ 73970 w 630621"/>
                <a:gd name="connsiteY9" fmla="*/ 0 h 1013497"/>
                <a:gd name="connsiteX10" fmla="*/ 73970 w 630621"/>
                <a:gd name="connsiteY10" fmla="*/ 13590 h 1013497"/>
                <a:gd name="connsiteX11" fmla="*/ 13590 w 630621"/>
                <a:gd name="connsiteY11" fmla="*/ 13590 h 1013497"/>
                <a:gd name="connsiteX12" fmla="*/ 13590 w 630621"/>
                <a:gd name="connsiteY12" fmla="*/ 999907 h 1013497"/>
                <a:gd name="connsiteX13" fmla="*/ 190500 w 630621"/>
                <a:gd name="connsiteY13" fmla="*/ 999907 h 1013497"/>
                <a:gd name="connsiteX14" fmla="*/ 190500 w 630621"/>
                <a:gd name="connsiteY14" fmla="*/ 1013497 h 1013497"/>
                <a:gd name="connsiteX15" fmla="*/ 0 w 630621"/>
                <a:gd name="connsiteY15" fmla="*/ 1013497 h 10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0621" h="1013497">
                  <a:moveTo>
                    <a:pt x="263077" y="0"/>
                  </a:moveTo>
                  <a:lnTo>
                    <a:pt x="630621" y="0"/>
                  </a:lnTo>
                  <a:lnTo>
                    <a:pt x="630621" y="1013497"/>
                  </a:lnTo>
                  <a:lnTo>
                    <a:pt x="437763" y="1013497"/>
                  </a:lnTo>
                  <a:lnTo>
                    <a:pt x="437763" y="999907"/>
                  </a:lnTo>
                  <a:lnTo>
                    <a:pt x="617031" y="999907"/>
                  </a:lnTo>
                  <a:lnTo>
                    <a:pt x="617031" y="13590"/>
                  </a:lnTo>
                  <a:lnTo>
                    <a:pt x="263077" y="13590"/>
                  </a:lnTo>
                  <a:close/>
                  <a:moveTo>
                    <a:pt x="0" y="0"/>
                  </a:moveTo>
                  <a:lnTo>
                    <a:pt x="73970" y="0"/>
                  </a:lnTo>
                  <a:lnTo>
                    <a:pt x="73970" y="13590"/>
                  </a:lnTo>
                  <a:lnTo>
                    <a:pt x="13590" y="13590"/>
                  </a:lnTo>
                  <a:lnTo>
                    <a:pt x="13590" y="999907"/>
                  </a:lnTo>
                  <a:lnTo>
                    <a:pt x="190500" y="999907"/>
                  </a:lnTo>
                  <a:lnTo>
                    <a:pt x="190500" y="1013497"/>
                  </a:lnTo>
                  <a:lnTo>
                    <a:pt x="0" y="101349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9DE9FA4-B1C7-060A-3756-5940EE31D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79930" y="2823198"/>
              <a:ext cx="452627" cy="45262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395BF979-42CE-4F3C-442E-630040985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55092" y="1943997"/>
              <a:ext cx="209953" cy="209953"/>
            </a:xfrm>
            <a:prstGeom prst="rect">
              <a:avLst/>
            </a:prstGeom>
          </p:spPr>
        </p:pic>
        <p:cxnSp>
          <p:nvCxnSpPr>
            <p:cNvPr id="50" name="Curved Connector 49">
              <a:extLst>
                <a:ext uri="{FF2B5EF4-FFF2-40B4-BE49-F238E27FC236}">
                  <a16:creationId xmlns:a16="http://schemas.microsoft.com/office/drawing/2014/main" id="{AD435122-392A-2407-B235-039912A875F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731675" y="2453491"/>
              <a:ext cx="549991" cy="83399"/>
            </a:xfrm>
            <a:prstGeom prst="curvedConnector3">
              <a:avLst>
                <a:gd name="adj1" fmla="val 91946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7E05100D-33BD-68C6-2E9A-F3854C09F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9547973">
              <a:off x="8735966" y="1675408"/>
              <a:ext cx="209954" cy="209954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2ACD3B27-E671-D9D6-80FC-A246F5F7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06243" y="1634081"/>
              <a:ext cx="244850" cy="24485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7DA53C-AB4F-7C0A-CCEC-A8A9C07EF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86773" y="2473692"/>
              <a:ext cx="123193" cy="123193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423CE6E-18B2-F653-0D2B-D5444A30D982}"/>
              </a:ext>
            </a:extLst>
          </p:cNvPr>
          <p:cNvGrpSpPr/>
          <p:nvPr/>
        </p:nvGrpSpPr>
        <p:grpSpPr>
          <a:xfrm>
            <a:off x="7392904" y="3921435"/>
            <a:ext cx="630621" cy="1239374"/>
            <a:chOff x="9820036" y="2032827"/>
            <a:chExt cx="630621" cy="1239374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293EC0F-ECE2-4798-C71B-8DFFD5F4C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rcRect l="16660" t="42085" r="6420" b="15343"/>
            <a:stretch>
              <a:fillRect/>
            </a:stretch>
          </p:blipFill>
          <p:spPr>
            <a:xfrm rot="5054527" flipH="1">
              <a:off x="9889537" y="2295220"/>
              <a:ext cx="631832" cy="349695"/>
            </a:xfrm>
            <a:prstGeom prst="rect">
              <a:avLst/>
            </a:prstGeom>
          </p:spPr>
        </p:pic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C11C2553-6D60-9CBD-AFC1-9ACC07D391FA}"/>
                </a:ext>
              </a:extLst>
            </p:cNvPr>
            <p:cNvSpPr/>
            <p:nvPr/>
          </p:nvSpPr>
          <p:spPr>
            <a:xfrm>
              <a:off x="9820036" y="2032827"/>
              <a:ext cx="630621" cy="1013497"/>
            </a:xfrm>
            <a:custGeom>
              <a:avLst/>
              <a:gdLst>
                <a:gd name="connsiteX0" fmla="*/ 0 w 630621"/>
                <a:gd name="connsiteY0" fmla="*/ 0 h 1013497"/>
                <a:gd name="connsiteX1" fmla="*/ 630621 w 630621"/>
                <a:gd name="connsiteY1" fmla="*/ 0 h 1013497"/>
                <a:gd name="connsiteX2" fmla="*/ 630621 w 630621"/>
                <a:gd name="connsiteY2" fmla="*/ 1013497 h 1013497"/>
                <a:gd name="connsiteX3" fmla="*/ 437763 w 630621"/>
                <a:gd name="connsiteY3" fmla="*/ 1013497 h 1013497"/>
                <a:gd name="connsiteX4" fmla="*/ 437763 w 630621"/>
                <a:gd name="connsiteY4" fmla="*/ 999907 h 1013497"/>
                <a:gd name="connsiteX5" fmla="*/ 617031 w 630621"/>
                <a:gd name="connsiteY5" fmla="*/ 999907 h 1013497"/>
                <a:gd name="connsiteX6" fmla="*/ 617031 w 630621"/>
                <a:gd name="connsiteY6" fmla="*/ 13590 h 1013497"/>
                <a:gd name="connsiteX7" fmla="*/ 13590 w 630621"/>
                <a:gd name="connsiteY7" fmla="*/ 13590 h 1013497"/>
                <a:gd name="connsiteX8" fmla="*/ 13590 w 630621"/>
                <a:gd name="connsiteY8" fmla="*/ 999907 h 1013497"/>
                <a:gd name="connsiteX9" fmla="*/ 190500 w 630621"/>
                <a:gd name="connsiteY9" fmla="*/ 999907 h 1013497"/>
                <a:gd name="connsiteX10" fmla="*/ 190500 w 630621"/>
                <a:gd name="connsiteY10" fmla="*/ 1013497 h 1013497"/>
                <a:gd name="connsiteX11" fmla="*/ 0 w 630621"/>
                <a:gd name="connsiteY11" fmla="*/ 1013497 h 10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0621" h="1013497">
                  <a:moveTo>
                    <a:pt x="0" y="0"/>
                  </a:moveTo>
                  <a:lnTo>
                    <a:pt x="630621" y="0"/>
                  </a:lnTo>
                  <a:lnTo>
                    <a:pt x="630621" y="1013497"/>
                  </a:lnTo>
                  <a:lnTo>
                    <a:pt x="437763" y="1013497"/>
                  </a:lnTo>
                  <a:lnTo>
                    <a:pt x="437763" y="999907"/>
                  </a:lnTo>
                  <a:lnTo>
                    <a:pt x="617031" y="999907"/>
                  </a:lnTo>
                  <a:lnTo>
                    <a:pt x="617031" y="13590"/>
                  </a:lnTo>
                  <a:lnTo>
                    <a:pt x="13590" y="13590"/>
                  </a:lnTo>
                  <a:lnTo>
                    <a:pt x="13590" y="999907"/>
                  </a:lnTo>
                  <a:lnTo>
                    <a:pt x="190500" y="999907"/>
                  </a:lnTo>
                  <a:lnTo>
                    <a:pt x="190500" y="1013497"/>
                  </a:lnTo>
                  <a:lnTo>
                    <a:pt x="0" y="1013497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13A48BAA-2259-780A-DE83-0DDBAB53F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13750" y="2819574"/>
              <a:ext cx="452627" cy="452627"/>
            </a:xfrm>
            <a:prstGeom prst="rect">
              <a:avLst/>
            </a:prstGeom>
          </p:spPr>
        </p:pic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5CD57C68-EE0D-ED6E-92BD-65DF707F2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9234" y="2355265"/>
              <a:ext cx="138071" cy="3969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3295A8F-67A0-E057-2365-A278E06F3A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67405" y="2236652"/>
              <a:ext cx="120143" cy="5335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2062297-993F-5E98-65DB-DBABC7946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40063" y="2503419"/>
              <a:ext cx="123193" cy="1231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8258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251C-8144-EBDA-1576-23C5E73E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04F9598-66BB-0C19-AC7A-74E2974D8FD0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Velocity Smoother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E3692-9E38-502E-0FB3-801914F66330}"/>
              </a:ext>
            </a:extLst>
          </p:cNvPr>
          <p:cNvSpPr txBox="1"/>
          <p:nvPr/>
        </p:nvSpPr>
        <p:spPr>
          <a:xfrm>
            <a:off x="748748" y="2221720"/>
            <a:ext cx="9791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 err="1"/>
              <a:t>Reduces</a:t>
            </a:r>
            <a:r>
              <a:rPr lang="de-DE" sz="2000" dirty="0"/>
              <a:t> abrupt </a:t>
            </a:r>
            <a:r>
              <a:rPr lang="de-DE" sz="2000" dirty="0" err="1"/>
              <a:t>changes</a:t>
            </a:r>
            <a:r>
              <a:rPr lang="de-DE" sz="2000" dirty="0"/>
              <a:t> in </a:t>
            </a:r>
            <a:r>
              <a:rPr lang="de-DE" sz="2000" dirty="0" err="1"/>
              <a:t>robot</a:t>
            </a:r>
            <a:r>
              <a:rPr lang="de-DE" sz="2000" dirty="0"/>
              <a:t> </a:t>
            </a:r>
            <a:r>
              <a:rPr lang="de-DE" sz="2000" dirty="0" err="1"/>
              <a:t>velocity</a:t>
            </a:r>
            <a:r>
              <a:rPr lang="de-DE" sz="2000" dirty="0"/>
              <a:t> </a:t>
            </a:r>
          </a:p>
          <a:p>
            <a:r>
              <a:rPr lang="de-DE" sz="2000" dirty="0"/>
              <a:t>Smoothes </a:t>
            </a:r>
            <a:r>
              <a:rPr lang="de-DE" sz="2000" dirty="0" err="1"/>
              <a:t>controller</a:t>
            </a:r>
            <a:r>
              <a:rPr lang="de-DE" sz="2000" dirty="0"/>
              <a:t> </a:t>
            </a:r>
            <a:r>
              <a:rPr lang="de-DE" sz="2000" dirty="0" err="1"/>
              <a:t>output</a:t>
            </a:r>
            <a:r>
              <a:rPr lang="de-DE" sz="2000" dirty="0"/>
              <a:t> </a:t>
            </a:r>
            <a:r>
              <a:rPr lang="de-DE" sz="2000" dirty="0" err="1"/>
              <a:t>before</a:t>
            </a:r>
            <a:r>
              <a:rPr lang="de-DE" sz="2000" dirty="0"/>
              <a:t> </a:t>
            </a:r>
            <a:r>
              <a:rPr lang="de-DE" sz="2000" dirty="0" err="1"/>
              <a:t>reaching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robot</a:t>
            </a:r>
            <a:endParaRPr lang="de-DE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3708E-010E-D1C0-45D9-98558773F178}"/>
              </a:ext>
            </a:extLst>
          </p:cNvPr>
          <p:cNvSpPr txBox="1"/>
          <p:nvPr/>
        </p:nvSpPr>
        <p:spPr>
          <a:xfrm>
            <a:off x="748748" y="3287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scale_velocities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False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633F38-9F73-79DE-CD9A-4E00D4FB17C9}"/>
              </a:ext>
            </a:extLst>
          </p:cNvPr>
          <p:cNvSpPr txBox="1"/>
          <p:nvPr/>
        </p:nvSpPr>
        <p:spPr>
          <a:xfrm>
            <a:off x="748748" y="3660691"/>
            <a:ext cx="9791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 err="1"/>
              <a:t>allows</a:t>
            </a:r>
            <a:r>
              <a:rPr lang="de-DE" sz="2000" dirty="0"/>
              <a:t> </a:t>
            </a:r>
            <a:r>
              <a:rPr lang="de-DE" sz="2000" dirty="0" err="1"/>
              <a:t>motion</a:t>
            </a:r>
            <a:r>
              <a:rPr lang="de-DE" sz="2000" dirty="0"/>
              <a:t> </a:t>
            </a:r>
            <a:r>
              <a:rPr lang="de-DE" sz="2000" dirty="0" err="1"/>
              <a:t>until</a:t>
            </a:r>
            <a:r>
              <a:rPr lang="de-DE" sz="2000" dirty="0"/>
              <a:t> </a:t>
            </a:r>
            <a:r>
              <a:rPr lang="de-DE" sz="2000" dirty="0" err="1"/>
              <a:t>limit</a:t>
            </a:r>
            <a:r>
              <a:rPr lang="de-DE" sz="2000" dirty="0"/>
              <a:t> and </a:t>
            </a:r>
            <a:r>
              <a:rPr lang="de-DE" sz="2000" dirty="0" err="1"/>
              <a:t>then</a:t>
            </a:r>
            <a:r>
              <a:rPr lang="de-DE" sz="2000" dirty="0"/>
              <a:t> </a:t>
            </a:r>
            <a:r>
              <a:rPr lang="de-DE" sz="2000" dirty="0" err="1"/>
              <a:t>cuts</a:t>
            </a:r>
            <a:r>
              <a:rPr lang="de-DE" sz="2000" dirty="0"/>
              <a:t> extra </a:t>
            </a:r>
            <a:r>
              <a:rPr lang="de-DE" sz="2000" dirty="0" err="1"/>
              <a:t>velocity</a:t>
            </a:r>
            <a:r>
              <a:rPr lang="de-DE" sz="20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D722A-1A83-EC2C-EE2D-ECA14D5040DC}"/>
              </a:ext>
            </a:extLst>
          </p:cNvPr>
          <p:cNvSpPr txBox="1"/>
          <p:nvPr/>
        </p:nvSpPr>
        <p:spPr>
          <a:xfrm>
            <a:off x="748748" y="45087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feedback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”</a:t>
            </a:r>
            <a:r>
              <a:rPr lang="en-US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CLOSED_LOOP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753B60-ED67-B3AF-879B-92EE92B2F0FE}"/>
              </a:ext>
            </a:extLst>
          </p:cNvPr>
          <p:cNvSpPr txBox="1"/>
          <p:nvPr/>
        </p:nvSpPr>
        <p:spPr>
          <a:xfrm>
            <a:off x="748748" y="4878127"/>
            <a:ext cx="9791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Smoother </a:t>
            </a:r>
            <a:r>
              <a:rPr lang="de-DE" sz="2000" dirty="0" err="1"/>
              <a:t>does</a:t>
            </a:r>
            <a:r>
              <a:rPr lang="de-DE" sz="2000" dirty="0"/>
              <a:t> check </a:t>
            </a:r>
            <a:r>
              <a:rPr lang="de-DE" sz="2000" dirty="0" err="1"/>
              <a:t>actuall</a:t>
            </a:r>
            <a:r>
              <a:rPr lang="de-DE" sz="2000" dirty="0"/>
              <a:t> </a:t>
            </a:r>
            <a:r>
              <a:rPr lang="de-DE" sz="2000" dirty="0" err="1"/>
              <a:t>movement</a:t>
            </a:r>
            <a:r>
              <a:rPr lang="de-DE" sz="2000" dirty="0"/>
              <a:t> in </a:t>
            </a:r>
            <a:r>
              <a:rPr lang="de-DE" sz="2000" dirty="0" err="1"/>
              <a:t>contrast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“OPEN_LOOP“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5DE0C0-841D-3CDA-AB32-9D0AF8BFE198}"/>
              </a:ext>
            </a:extLst>
          </p:cNvPr>
          <p:cNvSpPr txBox="1"/>
          <p:nvPr/>
        </p:nvSpPr>
        <p:spPr>
          <a:xfrm>
            <a:off x="748748" y="5247459"/>
            <a:ext cx="9791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 err="1"/>
              <a:t>Adapts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different </a:t>
            </a:r>
            <a:r>
              <a:rPr lang="de-DE" sz="2000" dirty="0" err="1"/>
              <a:t>behavior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</a:t>
            </a:r>
            <a:r>
              <a:rPr lang="de-DE" sz="2000" dirty="0" err="1"/>
              <a:t>previous</a:t>
            </a:r>
            <a:r>
              <a:rPr lang="de-DE" sz="2000" dirty="0"/>
              <a:t> </a:t>
            </a:r>
            <a:r>
              <a:rPr lang="de-DE" sz="2000" dirty="0" err="1"/>
              <a:t>commands</a:t>
            </a:r>
            <a:r>
              <a:rPr lang="de-DE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0209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C2F9-78AA-7F6F-980B-193A9077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E331E32-B0DD-2178-2BCA-73BFB5792180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How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does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the</a:t>
            </a:r>
            <a:r>
              <a:rPr lang="de-DE" dirty="0">
                <a:solidFill>
                  <a:srgbClr val="36488A"/>
                </a:solidFill>
              </a:rPr>
              <a:t> Robot </a:t>
            </a:r>
            <a:r>
              <a:rPr lang="de-DE" dirty="0" err="1">
                <a:solidFill>
                  <a:srgbClr val="36488A"/>
                </a:solidFill>
              </a:rPr>
              <a:t>actually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move</a:t>
            </a:r>
            <a:r>
              <a:rPr lang="de-DE" dirty="0">
                <a:solidFill>
                  <a:srgbClr val="36488A"/>
                </a:solidFill>
              </a:rPr>
              <a:t>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E66DE-2DF5-A4C2-C3E9-A054C8E4131F}"/>
              </a:ext>
            </a:extLst>
          </p:cNvPr>
          <p:cNvSpPr txBox="1"/>
          <p:nvPr/>
        </p:nvSpPr>
        <p:spPr>
          <a:xfrm>
            <a:off x="748748" y="2215117"/>
            <a:ext cx="81993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Plugin: </a:t>
            </a:r>
            <a:r>
              <a:rPr lang="en-US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libignition</a:t>
            </a:r>
            <a:r>
              <a:rPr lang="en-US" sz="2000" dirty="0">
                <a:solidFill>
                  <a:srgbClr val="CE9178"/>
                </a:solidFill>
                <a:latin typeface="Menlo" panose="020B0609030804020204" pitchFamily="49" charset="0"/>
              </a:rPr>
              <a:t>-gazebo-diff-drive-</a:t>
            </a:r>
            <a:r>
              <a:rPr lang="en-US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system.so</a:t>
            </a:r>
            <a:endParaRPr lang="en-US" sz="20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56885F-F7A9-058F-A510-346C67E4EDD4}"/>
              </a:ext>
            </a:extLst>
          </p:cNvPr>
          <p:cNvSpPr txBox="1"/>
          <p:nvPr/>
        </p:nvSpPr>
        <p:spPr>
          <a:xfrm>
            <a:off x="748748" y="2761731"/>
            <a:ext cx="8199309" cy="2358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de-DE" sz="2000" dirty="0" err="1"/>
              <a:t>Needed</a:t>
            </a:r>
            <a:r>
              <a:rPr lang="de-DE" sz="2000" dirty="0"/>
              <a:t> </a:t>
            </a:r>
            <a:r>
              <a:rPr lang="de-DE" sz="2000" dirty="0" err="1"/>
              <a:t>info</a:t>
            </a:r>
            <a:r>
              <a:rPr lang="de-DE" sz="2000" dirty="0"/>
              <a:t>: 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left_joint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wheel_left_joint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left_joint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1600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right_joint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wheel_right_joint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right_joint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1600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wheel_separation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0.287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wheel_separation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1600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wheel_radius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0.033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wheel_radius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endParaRPr lang="en-US" sz="1600" dirty="0">
              <a:solidFill>
                <a:srgbClr val="CCCCCC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US" sz="1600" dirty="0">
                <a:solidFill>
                  <a:srgbClr val="569CD6"/>
                </a:solidFill>
                <a:latin typeface="Menlo" panose="020B0609030804020204" pitchFamily="49" charset="0"/>
              </a:rPr>
              <a:t>topic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</a:rPr>
              <a:t>cmd_vel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&lt;/</a:t>
            </a:r>
            <a:r>
              <a:rPr lang="en-US" sz="1600" dirty="0">
                <a:solidFill>
                  <a:srgbClr val="569CD6"/>
                </a:solidFill>
                <a:latin typeface="Menlo" panose="020B0609030804020204" pitchFamily="49" charset="0"/>
              </a:rPr>
              <a:t>topic</a:t>
            </a:r>
            <a:r>
              <a:rPr lang="en-US" sz="1600" dirty="0">
                <a:solidFill>
                  <a:srgbClr val="808080"/>
                </a:solidFill>
                <a:latin typeface="Menlo" panose="020B0609030804020204" pitchFamily="49" charset="0"/>
              </a:rPr>
              <a:t>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FE3B15-6911-B28E-AA01-D5B46902C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325034">
            <a:off x="5433911" y="4595673"/>
            <a:ext cx="492628" cy="4926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8A1043-5788-527C-AF4E-0153A1450F3B}"/>
              </a:ext>
            </a:extLst>
          </p:cNvPr>
          <p:cNvSpPr txBox="1"/>
          <p:nvPr/>
        </p:nvSpPr>
        <p:spPr>
          <a:xfrm>
            <a:off x="6096000" y="4719767"/>
            <a:ext cx="23026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 err="1"/>
              <a:t>taken</a:t>
            </a:r>
            <a:r>
              <a:rPr lang="de-DE" sz="2000" dirty="0"/>
              <a:t> out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sdf</a:t>
            </a:r>
            <a:r>
              <a:rPr lang="de-DE" sz="2000" dirty="0"/>
              <a:t> </a:t>
            </a:r>
            <a:r>
              <a:rPr lang="de-DE" sz="2000" dirty="0" err="1"/>
              <a:t>file</a:t>
            </a:r>
            <a:endParaRPr lang="en-US" sz="2000" dirty="0">
              <a:solidFill>
                <a:srgbClr val="CCCCCC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206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D128-9AF9-A9AD-82B7-134E1505C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181986A-8A0E-A2B7-91A7-8B23B6B4F5CE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How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does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the</a:t>
            </a:r>
            <a:r>
              <a:rPr lang="de-DE" dirty="0">
                <a:solidFill>
                  <a:srgbClr val="36488A"/>
                </a:solidFill>
              </a:rPr>
              <a:t> Robot </a:t>
            </a:r>
            <a:r>
              <a:rPr lang="de-DE" dirty="0" err="1">
                <a:solidFill>
                  <a:srgbClr val="36488A"/>
                </a:solidFill>
              </a:rPr>
              <a:t>actually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move</a:t>
            </a:r>
            <a:r>
              <a:rPr lang="de-DE" dirty="0">
                <a:solidFill>
                  <a:srgbClr val="36488A"/>
                </a:solidFill>
              </a:rPr>
              <a:t>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5FE315-1E31-F4AE-BA91-9469B1F2DC66}"/>
                  </a:ext>
                </a:extLst>
              </p:cNvPr>
              <p:cNvSpPr txBox="1"/>
              <p:nvPr/>
            </p:nvSpPr>
            <p:spPr>
              <a:xfrm>
                <a:off x="960881" y="2463391"/>
                <a:ext cx="2254335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{x = 0.3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z</a:t>
                </a:r>
                <a:r>
                  <a:rPr lang="de-DE" dirty="0"/>
                  <a:t> = 0.5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}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5FE315-1E31-F4AE-BA91-9469B1F2D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81" y="2463391"/>
                <a:ext cx="2254335" cy="491288"/>
              </a:xfrm>
              <a:prstGeom prst="rect">
                <a:avLst/>
              </a:prstGeom>
              <a:blipFill>
                <a:blip r:embed="rId3"/>
                <a:stretch>
                  <a:fillRect l="-2247" r="-1685" b="-7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B2C00D9-4DEA-E0E0-FD82-06DDB9B780F4}"/>
              </a:ext>
            </a:extLst>
          </p:cNvPr>
          <p:cNvSpPr txBox="1"/>
          <p:nvPr/>
        </p:nvSpPr>
        <p:spPr>
          <a:xfrm>
            <a:off x="960881" y="2094059"/>
            <a:ext cx="2042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cmd_vel</a:t>
            </a:r>
            <a:r>
              <a:rPr lang="de-DE" dirty="0"/>
              <a:t>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20D42-C224-607C-FB3F-C27D23250FBF}"/>
              </a:ext>
            </a:extLst>
          </p:cNvPr>
          <p:cNvSpPr txBox="1"/>
          <p:nvPr/>
        </p:nvSpPr>
        <p:spPr>
          <a:xfrm>
            <a:off x="960881" y="3343148"/>
            <a:ext cx="2091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Predefined</a:t>
            </a:r>
            <a:r>
              <a:rPr lang="de-DE" dirty="0"/>
              <a:t> Values: </a:t>
            </a:r>
          </a:p>
          <a:p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A9F894-CFF8-6C79-C553-0E3D641427ED}"/>
                  </a:ext>
                </a:extLst>
              </p:cNvPr>
              <p:cNvSpPr txBox="1"/>
              <p:nvPr/>
            </p:nvSpPr>
            <p:spPr>
              <a:xfrm>
                <a:off x="958583" y="3743835"/>
                <a:ext cx="331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Wheel </a:t>
                </a:r>
                <a:r>
                  <a:rPr lang="de-DE" dirty="0" err="1"/>
                  <a:t>seperation</a:t>
                </a:r>
                <a:r>
                  <a:rPr lang="de-DE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=0.287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A9F894-CFF8-6C79-C553-0E3D64142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83" y="3743835"/>
                <a:ext cx="3314433" cy="369332"/>
              </a:xfrm>
              <a:prstGeom prst="rect">
                <a:avLst/>
              </a:prstGeom>
              <a:blipFill>
                <a:blip r:embed="rId4"/>
                <a:stretch>
                  <a:fillRect l="-1527" t="-666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BEE31F-CD4B-789D-CCE1-572ABFBB7918}"/>
                  </a:ext>
                </a:extLst>
              </p:cNvPr>
              <p:cNvSpPr txBox="1"/>
              <p:nvPr/>
            </p:nvSpPr>
            <p:spPr>
              <a:xfrm>
                <a:off x="958583" y="4113167"/>
                <a:ext cx="2845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Wheel </a:t>
                </a:r>
                <a:r>
                  <a:rPr lang="de-DE" dirty="0" err="1"/>
                  <a:t>radius</a:t>
                </a:r>
                <a:r>
                  <a:rPr lang="de-DE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=0.033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BEE31F-CD4B-789D-CCE1-572ABFBB7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83" y="4113167"/>
                <a:ext cx="2845202" cy="369332"/>
              </a:xfrm>
              <a:prstGeom prst="rect">
                <a:avLst/>
              </a:prstGeom>
              <a:blipFill>
                <a:blip r:embed="rId5"/>
                <a:stretch>
                  <a:fillRect l="-1778" t="-10345" b="-275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233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F5F4-0962-D8BF-5FF4-AF2FF727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5E3FD44-3918-D41D-6C9C-630BF19D2D2A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How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does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the</a:t>
            </a:r>
            <a:r>
              <a:rPr lang="de-DE" dirty="0">
                <a:solidFill>
                  <a:srgbClr val="36488A"/>
                </a:solidFill>
              </a:rPr>
              <a:t> Robot </a:t>
            </a:r>
            <a:r>
              <a:rPr lang="de-DE" dirty="0" err="1">
                <a:solidFill>
                  <a:srgbClr val="36488A"/>
                </a:solidFill>
              </a:rPr>
              <a:t>actually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move</a:t>
            </a:r>
            <a:r>
              <a:rPr lang="de-DE" dirty="0">
                <a:solidFill>
                  <a:srgbClr val="36488A"/>
                </a:solidFill>
              </a:rPr>
              <a:t>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05F4E0-001D-1BE6-1AF5-6A00308122EF}"/>
                  </a:ext>
                </a:extLst>
              </p:cNvPr>
              <p:cNvSpPr txBox="1"/>
              <p:nvPr/>
            </p:nvSpPr>
            <p:spPr>
              <a:xfrm>
                <a:off x="960881" y="2463391"/>
                <a:ext cx="2254335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{x = 0.3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z</a:t>
                </a:r>
                <a:r>
                  <a:rPr lang="de-DE" dirty="0"/>
                  <a:t> = 0.5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}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05F4E0-001D-1BE6-1AF5-6A0030812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81" y="2463391"/>
                <a:ext cx="2254335" cy="491288"/>
              </a:xfrm>
              <a:prstGeom prst="rect">
                <a:avLst/>
              </a:prstGeom>
              <a:blipFill>
                <a:blip r:embed="rId3"/>
                <a:stretch>
                  <a:fillRect l="-2247" r="-1685" b="-7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ABE2CA8-C145-4348-EA8E-83BBE8CAE278}"/>
              </a:ext>
            </a:extLst>
          </p:cNvPr>
          <p:cNvSpPr txBox="1"/>
          <p:nvPr/>
        </p:nvSpPr>
        <p:spPr>
          <a:xfrm>
            <a:off x="960881" y="2094059"/>
            <a:ext cx="2042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cmd_vel</a:t>
            </a:r>
            <a:r>
              <a:rPr lang="de-DE" dirty="0"/>
              <a:t>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4C870-27E5-6394-CE00-67B4180CBA4D}"/>
              </a:ext>
            </a:extLst>
          </p:cNvPr>
          <p:cNvSpPr txBox="1"/>
          <p:nvPr/>
        </p:nvSpPr>
        <p:spPr>
          <a:xfrm>
            <a:off x="960881" y="3343148"/>
            <a:ext cx="2091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Predefined</a:t>
            </a:r>
            <a:r>
              <a:rPr lang="de-DE" dirty="0"/>
              <a:t> Values: </a:t>
            </a:r>
          </a:p>
          <a:p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BF3056-C6AB-687D-AE4B-4D69C9B92076}"/>
                  </a:ext>
                </a:extLst>
              </p:cNvPr>
              <p:cNvSpPr txBox="1"/>
              <p:nvPr/>
            </p:nvSpPr>
            <p:spPr>
              <a:xfrm>
                <a:off x="958583" y="3743835"/>
                <a:ext cx="331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Wheel </a:t>
                </a:r>
                <a:r>
                  <a:rPr lang="de-DE" dirty="0" err="1"/>
                  <a:t>seperation</a:t>
                </a:r>
                <a:r>
                  <a:rPr lang="de-DE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=0.287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BF3056-C6AB-687D-AE4B-4D69C9B92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83" y="3743835"/>
                <a:ext cx="3314433" cy="369332"/>
              </a:xfrm>
              <a:prstGeom prst="rect">
                <a:avLst/>
              </a:prstGeom>
              <a:blipFill>
                <a:blip r:embed="rId4"/>
                <a:stretch>
                  <a:fillRect l="-1527" t="-666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364D9C-FFE6-773D-D4E7-C5EC8ADC9929}"/>
                  </a:ext>
                </a:extLst>
              </p:cNvPr>
              <p:cNvSpPr txBox="1"/>
              <p:nvPr/>
            </p:nvSpPr>
            <p:spPr>
              <a:xfrm>
                <a:off x="958583" y="4113167"/>
                <a:ext cx="2845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Wheel </a:t>
                </a:r>
                <a:r>
                  <a:rPr lang="de-DE" dirty="0" err="1"/>
                  <a:t>radius</a:t>
                </a:r>
                <a:r>
                  <a:rPr lang="de-DE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=0.033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364D9C-FFE6-773D-D4E7-C5EC8ADC9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83" y="4113167"/>
                <a:ext cx="2845202" cy="369332"/>
              </a:xfrm>
              <a:prstGeom prst="rect">
                <a:avLst/>
              </a:prstGeom>
              <a:blipFill>
                <a:blip r:embed="rId5"/>
                <a:stretch>
                  <a:fillRect l="-1778" t="-10345" b="-275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9FAA5B-CAA1-F8E9-93BF-EFCE83F966B2}"/>
                  </a:ext>
                </a:extLst>
              </p:cNvPr>
              <p:cNvSpPr txBox="1"/>
              <p:nvPr/>
            </p:nvSpPr>
            <p:spPr>
              <a:xfrm>
                <a:off x="6096000" y="1861791"/>
                <a:ext cx="54025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=0.3 −0.5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0.287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=0.22825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9FAA5B-CAA1-F8E9-93BF-EFCE83F96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61791"/>
                <a:ext cx="5402505" cy="610936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79EEDE-9ED3-5524-92DB-E7FD9C1184E9}"/>
                  </a:ext>
                </a:extLst>
              </p:cNvPr>
              <p:cNvSpPr txBox="1"/>
              <p:nvPr/>
            </p:nvSpPr>
            <p:spPr>
              <a:xfrm>
                <a:off x="6096000" y="2530145"/>
                <a:ext cx="5169749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=0.3+0.5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0.287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=0.37175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79EEDE-9ED3-5524-92DB-E7FD9C118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30145"/>
                <a:ext cx="5169749" cy="612796"/>
              </a:xfrm>
              <a:prstGeom prst="rect">
                <a:avLst/>
              </a:prstGeom>
              <a:blipFill>
                <a:blip r:embed="rId7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4630E6C-99DA-9FF5-7A23-9B0AE10437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9257" y="2225607"/>
            <a:ext cx="610936" cy="6109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DA6E7E-2A96-1683-96B8-7729C40C76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9257" y="4304435"/>
            <a:ext cx="610936" cy="6109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CAF062-40FE-DD1C-0F9A-561CF0F8A19D}"/>
                  </a:ext>
                </a:extLst>
              </p:cNvPr>
              <p:cNvSpPr txBox="1"/>
              <p:nvPr/>
            </p:nvSpPr>
            <p:spPr>
              <a:xfrm>
                <a:off x="6096000" y="3813457"/>
                <a:ext cx="2862194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0.22825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0.033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≈6.916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CAF062-40FE-DD1C-0F9A-561CF0F8A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13457"/>
                <a:ext cx="2862194" cy="618374"/>
              </a:xfrm>
              <a:prstGeom prst="rect">
                <a:avLst/>
              </a:prstGeom>
              <a:blipFill>
                <a:blip r:embed="rId10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4FDF8D-5F9B-3222-EE90-E96CFB5D4B91}"/>
                  </a:ext>
                </a:extLst>
              </p:cNvPr>
              <p:cNvSpPr txBox="1"/>
              <p:nvPr/>
            </p:nvSpPr>
            <p:spPr>
              <a:xfrm>
                <a:off x="6096000" y="4661773"/>
                <a:ext cx="3088538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0.37175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0.033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≈11.266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4FDF8D-5F9B-3222-EE90-E96CFB5D4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61773"/>
                <a:ext cx="3088538" cy="618374"/>
              </a:xfrm>
              <a:prstGeom prst="rect">
                <a:avLst/>
              </a:prstGeom>
              <a:blipFill>
                <a:blip r:embed="rId11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611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D2CE2-EE43-2D34-5559-BCC353D9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582479E-5C69-BD1E-46B5-DAAEF75CD7AA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How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does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the</a:t>
            </a:r>
            <a:r>
              <a:rPr lang="de-DE" dirty="0">
                <a:solidFill>
                  <a:srgbClr val="36488A"/>
                </a:solidFill>
              </a:rPr>
              <a:t> Robot </a:t>
            </a:r>
            <a:r>
              <a:rPr lang="de-DE" dirty="0" err="1">
                <a:solidFill>
                  <a:srgbClr val="36488A"/>
                </a:solidFill>
              </a:rPr>
              <a:t>actually</a:t>
            </a:r>
            <a:r>
              <a:rPr lang="de-DE" dirty="0">
                <a:solidFill>
                  <a:srgbClr val="36488A"/>
                </a:solidFill>
              </a:rPr>
              <a:t> </a:t>
            </a:r>
            <a:r>
              <a:rPr lang="de-DE" dirty="0" err="1">
                <a:solidFill>
                  <a:srgbClr val="36488A"/>
                </a:solidFill>
              </a:rPr>
              <a:t>move</a:t>
            </a:r>
            <a:r>
              <a:rPr lang="de-DE" dirty="0">
                <a:solidFill>
                  <a:srgbClr val="36488A"/>
                </a:solidFill>
              </a:rPr>
              <a:t>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4FF6AA-3854-2C60-0EB6-22E80626631C}"/>
                  </a:ext>
                </a:extLst>
              </p:cNvPr>
              <p:cNvSpPr txBox="1"/>
              <p:nvPr/>
            </p:nvSpPr>
            <p:spPr>
              <a:xfrm>
                <a:off x="960881" y="2463391"/>
                <a:ext cx="2254335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{x = 0.3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z</a:t>
                </a:r>
                <a:r>
                  <a:rPr lang="de-DE" dirty="0"/>
                  <a:t> = 0.5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}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4FF6AA-3854-2C60-0EB6-22E806266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81" y="2463391"/>
                <a:ext cx="2254335" cy="491288"/>
              </a:xfrm>
              <a:prstGeom prst="rect">
                <a:avLst/>
              </a:prstGeom>
              <a:blipFill>
                <a:blip r:embed="rId3"/>
                <a:stretch>
                  <a:fillRect l="-2247" r="-1685" b="-7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B31EBD3-1431-6D86-A4BD-08907D4608EA}"/>
              </a:ext>
            </a:extLst>
          </p:cNvPr>
          <p:cNvSpPr txBox="1"/>
          <p:nvPr/>
        </p:nvSpPr>
        <p:spPr>
          <a:xfrm>
            <a:off x="960881" y="2094059"/>
            <a:ext cx="2042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cmd_vel</a:t>
            </a:r>
            <a:r>
              <a:rPr lang="de-DE" dirty="0"/>
              <a:t>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26C47-F39A-36C4-F5CC-215B163CD4CB}"/>
              </a:ext>
            </a:extLst>
          </p:cNvPr>
          <p:cNvSpPr txBox="1"/>
          <p:nvPr/>
        </p:nvSpPr>
        <p:spPr>
          <a:xfrm>
            <a:off x="960881" y="3343148"/>
            <a:ext cx="2091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Predefined</a:t>
            </a:r>
            <a:r>
              <a:rPr lang="de-DE" dirty="0"/>
              <a:t> Values: </a:t>
            </a:r>
          </a:p>
          <a:p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DBFF95-FCD5-AAAF-BF98-DDA09BD2BD28}"/>
                  </a:ext>
                </a:extLst>
              </p:cNvPr>
              <p:cNvSpPr txBox="1"/>
              <p:nvPr/>
            </p:nvSpPr>
            <p:spPr>
              <a:xfrm>
                <a:off x="958583" y="3743835"/>
                <a:ext cx="331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Wheel </a:t>
                </a:r>
                <a:r>
                  <a:rPr lang="de-DE" dirty="0" err="1"/>
                  <a:t>seperation</a:t>
                </a:r>
                <a:r>
                  <a:rPr lang="de-DE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=0.287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DBFF95-FCD5-AAAF-BF98-DDA09BD2B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83" y="3743835"/>
                <a:ext cx="3314433" cy="369332"/>
              </a:xfrm>
              <a:prstGeom prst="rect">
                <a:avLst/>
              </a:prstGeom>
              <a:blipFill>
                <a:blip r:embed="rId4"/>
                <a:stretch>
                  <a:fillRect l="-1527" t="-666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9DDB28-7257-70A9-7759-C9C6B594C14F}"/>
                  </a:ext>
                </a:extLst>
              </p:cNvPr>
              <p:cNvSpPr txBox="1"/>
              <p:nvPr/>
            </p:nvSpPr>
            <p:spPr>
              <a:xfrm>
                <a:off x="958583" y="4113167"/>
                <a:ext cx="2845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Wheel </a:t>
                </a:r>
                <a:r>
                  <a:rPr lang="de-DE" dirty="0" err="1"/>
                  <a:t>radius</a:t>
                </a:r>
                <a:r>
                  <a:rPr lang="de-DE" dirty="0"/>
                  <a:t>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=0.033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9DDB28-7257-70A9-7759-C9C6B594C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583" y="4113167"/>
                <a:ext cx="2845202" cy="369332"/>
              </a:xfrm>
              <a:prstGeom prst="rect">
                <a:avLst/>
              </a:prstGeom>
              <a:blipFill>
                <a:blip r:embed="rId5"/>
                <a:stretch>
                  <a:fillRect l="-1778" t="-10345" b="-275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9BA38F-E52C-C6D4-5BE9-4FE30C2CF1A0}"/>
                  </a:ext>
                </a:extLst>
              </p:cNvPr>
              <p:cNvSpPr txBox="1"/>
              <p:nvPr/>
            </p:nvSpPr>
            <p:spPr>
              <a:xfrm>
                <a:off x="6096000" y="1861791"/>
                <a:ext cx="540250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=0.3 −0.5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0.287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=0.22825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9BA38F-E52C-C6D4-5BE9-4FE30C2CF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61791"/>
                <a:ext cx="5402505" cy="610936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714A3B-52F2-FABC-7860-1F4D643709F3}"/>
                  </a:ext>
                </a:extLst>
              </p:cNvPr>
              <p:cNvSpPr txBox="1"/>
              <p:nvPr/>
            </p:nvSpPr>
            <p:spPr>
              <a:xfrm>
                <a:off x="6096000" y="2530145"/>
                <a:ext cx="5169749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=0.3+0.5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0.287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=0.37175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714A3B-52F2-FABC-7860-1F4D64370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30145"/>
                <a:ext cx="5169749" cy="612796"/>
              </a:xfrm>
              <a:prstGeom prst="rect">
                <a:avLst/>
              </a:prstGeom>
              <a:blipFill>
                <a:blip r:embed="rId7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0DBA31E-746D-B596-B1E8-31135412B0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9257" y="2225607"/>
            <a:ext cx="610936" cy="6109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1161A3-1C53-CC3E-A48B-7D65385B2F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9257" y="4304435"/>
            <a:ext cx="610936" cy="6109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6F0A8E-EEC4-07CD-11A1-E36E5529FCF7}"/>
                  </a:ext>
                </a:extLst>
              </p:cNvPr>
              <p:cNvSpPr txBox="1"/>
              <p:nvPr/>
            </p:nvSpPr>
            <p:spPr>
              <a:xfrm>
                <a:off x="6096000" y="3813457"/>
                <a:ext cx="2862194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0.22825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0.033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≈6.916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6F0A8E-EEC4-07CD-11A1-E36E5529F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13457"/>
                <a:ext cx="2862194" cy="618374"/>
              </a:xfrm>
              <a:prstGeom prst="rect">
                <a:avLst/>
              </a:prstGeom>
              <a:blipFill>
                <a:blip r:embed="rId10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FEC718-4088-2846-4112-71DE84FCCE00}"/>
                  </a:ext>
                </a:extLst>
              </p:cNvPr>
              <p:cNvSpPr txBox="1"/>
              <p:nvPr/>
            </p:nvSpPr>
            <p:spPr>
              <a:xfrm>
                <a:off x="6096000" y="4661773"/>
                <a:ext cx="3088538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0.37175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0.033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≈11.266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FEC718-4088-2846-4112-71DE84FCC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61773"/>
                <a:ext cx="3088538" cy="618374"/>
              </a:xfrm>
              <a:prstGeom prst="rect">
                <a:avLst/>
              </a:prstGeom>
              <a:blipFill>
                <a:blip r:embed="rId11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7EBD6BB-3496-718A-F84A-EB0A5BDF9755}"/>
              </a:ext>
            </a:extLst>
          </p:cNvPr>
          <p:cNvSpPr txBox="1"/>
          <p:nvPr/>
        </p:nvSpPr>
        <p:spPr>
          <a:xfrm>
            <a:off x="958583" y="569399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plugin</a:t>
            </a:r>
            <a:endParaRPr lang="en-US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filename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"ignition-gazebo-physics-system"</a:t>
            </a:r>
            <a:endParaRPr lang="en-US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"ignition::gazebo::systems::Physics"</a:t>
            </a:r>
            <a:r>
              <a:rPr lang="en-US" sz="14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4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sz="14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88DDA9-B206-ECD1-EC08-FAC33B58DFDF}"/>
              </a:ext>
            </a:extLst>
          </p:cNvPr>
          <p:cNvSpPr txBox="1"/>
          <p:nvPr/>
        </p:nvSpPr>
        <p:spPr>
          <a:xfrm>
            <a:off x="958583" y="5323645"/>
            <a:ext cx="359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This </a:t>
            </a:r>
            <a:r>
              <a:rPr lang="de-DE" dirty="0" err="1"/>
              <a:t>finally</a:t>
            </a:r>
            <a:r>
              <a:rPr lang="de-DE" dirty="0"/>
              <a:t> </a:t>
            </a:r>
            <a:r>
              <a:rPr lang="de-DE" dirty="0" err="1"/>
              <a:t>causes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movement</a:t>
            </a:r>
            <a:r>
              <a:rPr lang="de-DE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790224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0826-F86F-BF5C-61B5-13F9D1AA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6814C9D-C7AE-15B1-93CB-CFA0DCFAC1C6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In Real World Scenario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867808-4747-F4DA-FD3B-5DAF60894B43}"/>
              </a:ext>
            </a:extLst>
          </p:cNvPr>
          <p:cNvSpPr txBox="1"/>
          <p:nvPr/>
        </p:nvSpPr>
        <p:spPr>
          <a:xfrm>
            <a:off x="960881" y="2094059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Needed</a:t>
            </a:r>
            <a:r>
              <a:rPr lang="de-DE" dirty="0"/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A9CE9-6A12-821B-50ED-43E53739AF42}"/>
              </a:ext>
            </a:extLst>
          </p:cNvPr>
          <p:cNvSpPr txBox="1"/>
          <p:nvPr/>
        </p:nvSpPr>
        <p:spPr>
          <a:xfrm>
            <a:off x="960881" y="2463391"/>
            <a:ext cx="4822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Motor </a:t>
            </a:r>
            <a:r>
              <a:rPr lang="de-DE" dirty="0" err="1"/>
              <a:t>driver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PWM-</a:t>
            </a:r>
            <a:r>
              <a:rPr lang="de-DE" dirty="0" err="1"/>
              <a:t>capable</a:t>
            </a:r>
            <a:r>
              <a:rPr lang="de-DE" dirty="0"/>
              <a:t> GPIOs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microcontroller</a:t>
            </a:r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ADB77F-29FF-9EE1-999C-9E17C70C7AEC}"/>
              </a:ext>
            </a:extLst>
          </p:cNvPr>
          <p:cNvSpPr txBox="1"/>
          <p:nvPr/>
        </p:nvSpPr>
        <p:spPr>
          <a:xfrm>
            <a:off x="960881" y="3479054"/>
            <a:ext cx="662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Keep in </a:t>
            </a:r>
            <a:r>
              <a:rPr lang="de-DE" dirty="0" err="1"/>
              <a:t>Mind</a:t>
            </a:r>
            <a:r>
              <a:rPr lang="de-DE" dirty="0"/>
              <a:t>: Wheels </a:t>
            </a:r>
            <a:r>
              <a:rPr lang="de-DE" dirty="0" err="1"/>
              <a:t>are</a:t>
            </a:r>
            <a:r>
              <a:rPr lang="de-DE" dirty="0"/>
              <a:t> limited </a:t>
            </a:r>
            <a:r>
              <a:rPr lang="de-DE" dirty="0" err="1"/>
              <a:t>to</a:t>
            </a:r>
            <a:r>
              <a:rPr lang="de-DE" dirty="0"/>
              <a:t> RPM (</a:t>
            </a:r>
            <a:r>
              <a:rPr lang="de-DE" dirty="0" err="1"/>
              <a:t>Revolutions</a:t>
            </a:r>
            <a:r>
              <a:rPr lang="de-DE" dirty="0"/>
              <a:t> Per Minute)</a:t>
            </a:r>
          </a:p>
          <a:p>
            <a:r>
              <a:rPr lang="de-DE" dirty="0"/>
              <a:t>- </a:t>
            </a:r>
            <a:r>
              <a:rPr lang="de-DE" dirty="0" err="1"/>
              <a:t>e.g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RPM =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C4E9BE-20E2-A1C3-E985-D95025552956}"/>
                  </a:ext>
                </a:extLst>
              </p:cNvPr>
              <p:cNvSpPr txBox="1"/>
              <p:nvPr/>
            </p:nvSpPr>
            <p:spPr>
              <a:xfrm>
                <a:off x="960881" y="4378233"/>
                <a:ext cx="2862194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0.22825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0.033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≈6.916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C4E9BE-20E2-A1C3-E985-D95025552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81" y="4378233"/>
                <a:ext cx="2862194" cy="618374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F65EF2-93A5-8D99-6387-8F271FE2A9E3}"/>
                  </a:ext>
                </a:extLst>
              </p:cNvPr>
              <p:cNvSpPr txBox="1"/>
              <p:nvPr/>
            </p:nvSpPr>
            <p:spPr>
              <a:xfrm>
                <a:off x="960881" y="5226549"/>
                <a:ext cx="3088538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0.37175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0.033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≈11.266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F65EF2-93A5-8D99-6387-8F271FE2A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81" y="5226549"/>
                <a:ext cx="3088538" cy="618374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B4B9AA-6F47-C433-9812-6276DFD5B968}"/>
                  </a:ext>
                </a:extLst>
              </p:cNvPr>
              <p:cNvSpPr txBox="1"/>
              <p:nvPr/>
            </p:nvSpPr>
            <p:spPr>
              <a:xfrm>
                <a:off x="4716589" y="4378233"/>
                <a:ext cx="3692486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𝑅𝑃𝑀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=6.916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≈66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𝑅𝑃𝑀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B4B9AA-6F47-C433-9812-6276DFD5B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589" y="4378233"/>
                <a:ext cx="3692486" cy="618311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71D1A-F7F2-6B48-CD5B-793B183970FC}"/>
                  </a:ext>
                </a:extLst>
              </p:cNvPr>
              <p:cNvSpPr txBox="1"/>
              <p:nvPr/>
            </p:nvSpPr>
            <p:spPr>
              <a:xfrm>
                <a:off x="4716589" y="5226549"/>
                <a:ext cx="3749616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𝑅𝑃𝑀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=11.266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≈108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𝑅𝑃𝑀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71D1A-F7F2-6B48-CD5B-793B18397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589" y="5226549"/>
                <a:ext cx="3749616" cy="4912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723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4F99-B8C3-C707-9C49-B3DFC298E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CF4204D-8A65-F2DA-27C2-047D3BE28AA5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6488A"/>
                </a:solidFill>
              </a:rPr>
              <a:t>In Real World Scenario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D04EF5-2153-B7DC-76B7-591DBD61E264}"/>
                  </a:ext>
                </a:extLst>
              </p:cNvPr>
              <p:cNvSpPr txBox="1"/>
              <p:nvPr/>
            </p:nvSpPr>
            <p:spPr>
              <a:xfrm>
                <a:off x="748748" y="1868558"/>
                <a:ext cx="3692486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𝑅𝑃𝑀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=6.916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≈66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𝑅𝑃𝑀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D04EF5-2153-B7DC-76B7-591DBD61E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48" y="1868558"/>
                <a:ext cx="3692486" cy="618311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5FADC9-2E66-89D8-5142-5CD7D20D4FF0}"/>
                  </a:ext>
                </a:extLst>
              </p:cNvPr>
              <p:cNvSpPr txBox="1"/>
              <p:nvPr/>
            </p:nvSpPr>
            <p:spPr>
              <a:xfrm>
                <a:off x="748748" y="2716874"/>
                <a:ext cx="3749616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𝑅𝑃𝑀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=11.266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≈108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𝑅𝑃𝑀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5FADC9-2E66-89D8-5142-5CD7D20D4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48" y="2716874"/>
                <a:ext cx="3749616" cy="4912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80F7924-A970-1C18-D10D-9B18889DB155}"/>
              </a:ext>
            </a:extLst>
          </p:cNvPr>
          <p:cNvSpPr txBox="1"/>
          <p:nvPr/>
        </p:nvSpPr>
        <p:spPr>
          <a:xfrm>
            <a:off x="748748" y="3489978"/>
            <a:ext cx="538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Signals </a:t>
            </a:r>
            <a:r>
              <a:rPr lang="de-DE" b="1" dirty="0" err="1"/>
              <a:t>have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be</a:t>
            </a:r>
            <a:r>
              <a:rPr lang="de-DE" b="1" dirty="0"/>
              <a:t> PWM (Pulse Width Modulation)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565F6D-C9F6-4C98-4A46-D1358AC4AD8D}"/>
                  </a:ext>
                </a:extLst>
              </p:cNvPr>
              <p:cNvSpPr txBox="1"/>
              <p:nvPr/>
            </p:nvSpPr>
            <p:spPr>
              <a:xfrm>
                <a:off x="735348" y="4836422"/>
                <a:ext cx="282019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𝑃𝑊𝑀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66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∗255≈168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565F6D-C9F6-4C98-4A46-D1358AC4A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8" y="4836422"/>
                <a:ext cx="2820196" cy="612732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523C47-9BAB-B942-5637-EA17FE158AC4}"/>
                  </a:ext>
                </a:extLst>
              </p:cNvPr>
              <p:cNvSpPr txBox="1"/>
              <p:nvPr/>
            </p:nvSpPr>
            <p:spPr>
              <a:xfrm>
                <a:off x="735348" y="5684738"/>
                <a:ext cx="3705886" cy="618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𝑅𝑃𝑀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108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 1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∗255=255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523C47-9BAB-B942-5637-EA17FE158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8" y="5684738"/>
                <a:ext cx="3705886" cy="618631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EDE830-559B-372B-E920-D60778617204}"/>
              </a:ext>
            </a:extLst>
          </p:cNvPr>
          <p:cNvSpPr txBox="1"/>
          <p:nvPr/>
        </p:nvSpPr>
        <p:spPr>
          <a:xfrm>
            <a:off x="735348" y="3954507"/>
            <a:ext cx="4620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Minimum: 0 RPM </a:t>
            </a:r>
            <a:r>
              <a:rPr lang="de-DE" dirty="0">
                <a:sym typeface="Wingdings" pitchFamily="2" charset="2"/>
              </a:rPr>
              <a:t> PWM = 0</a:t>
            </a:r>
          </a:p>
          <a:p>
            <a:r>
              <a:rPr lang="de-DE" dirty="0">
                <a:sym typeface="Wingdings" pitchFamily="2" charset="2"/>
              </a:rPr>
              <a:t>Maximum: 100 RPM  PWM = 255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57D0EF-7A51-312D-3F82-581741B3E766}"/>
              </a:ext>
            </a:extLst>
          </p:cNvPr>
          <p:cNvSpPr txBox="1"/>
          <p:nvPr/>
        </p:nvSpPr>
        <p:spPr>
          <a:xfrm>
            <a:off x="5588458" y="448440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PWM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is a technique for controlling the power sent to a device (like a motor) by rapidly switching the signal on and off, where the ratio of on-time to off-time (duty cycle) determines the effective output 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level. — that means 255 would stand for max speed and 0 for no movement at all.</a:t>
            </a:r>
            <a:endParaRPr lang="de-DE" dirty="0">
              <a:solidFill>
                <a:srgbClr val="000000"/>
              </a:solidFill>
              <a:latin typeface="-webkit-standard"/>
            </a:endParaRPr>
          </a:p>
        </p:txBody>
      </p:sp>
    </p:spTree>
    <p:extLst>
      <p:ext uri="{BB962C8B-B14F-4D97-AF65-F5344CB8AC3E}">
        <p14:creationId xmlns:p14="http://schemas.microsoft.com/office/powerpoint/2010/main" val="4087142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40B1D-44E9-5DAA-F98C-CECF3E9A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388068A-7D05-FF55-75C9-7EE65653F49D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Behavior</a:t>
            </a:r>
            <a:r>
              <a:rPr lang="de-DE" dirty="0">
                <a:solidFill>
                  <a:srgbClr val="36488A"/>
                </a:solidFill>
              </a:rPr>
              <a:t>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89054-A635-A207-D52B-DAC365727C14}"/>
              </a:ext>
            </a:extLst>
          </p:cNvPr>
          <p:cNvSpPr txBox="1"/>
          <p:nvPr/>
        </p:nvSpPr>
        <p:spPr>
          <a:xfrm>
            <a:off x="748748" y="2141159"/>
            <a:ext cx="46307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2000" dirty="0" err="1"/>
              <a:t>Executes</a:t>
            </a:r>
            <a:r>
              <a:rPr lang="de-DE" sz="2000" dirty="0"/>
              <a:t> </a:t>
            </a:r>
            <a:r>
              <a:rPr lang="de-DE" sz="2000" dirty="0" err="1"/>
              <a:t>short</a:t>
            </a:r>
            <a:r>
              <a:rPr lang="de-DE" sz="2000" dirty="0"/>
              <a:t>-term </a:t>
            </a:r>
            <a:r>
              <a:rPr lang="de-DE" sz="2000" dirty="0" err="1"/>
              <a:t>reactive</a:t>
            </a:r>
            <a:r>
              <a:rPr lang="de-DE" sz="2000" dirty="0"/>
              <a:t> </a:t>
            </a:r>
            <a:r>
              <a:rPr lang="de-DE" sz="2000" dirty="0" err="1"/>
              <a:t>robot</a:t>
            </a:r>
            <a:r>
              <a:rPr lang="de-DE" sz="2000" dirty="0"/>
              <a:t> </a:t>
            </a:r>
            <a:r>
              <a:rPr lang="de-DE" sz="2000" dirty="0" err="1"/>
              <a:t>behavior</a:t>
            </a:r>
            <a:r>
              <a:rPr lang="de-DE" sz="2000" dirty="0"/>
              <a:t> (e.g. </a:t>
            </a:r>
            <a:r>
              <a:rPr lang="de-DE" sz="2000" dirty="0" err="1"/>
              <a:t>spinning</a:t>
            </a:r>
            <a:r>
              <a:rPr lang="de-DE" sz="2000" dirty="0"/>
              <a:t> in </a:t>
            </a:r>
            <a:r>
              <a:rPr lang="de-DE" sz="2000" dirty="0" err="1"/>
              <a:t>place</a:t>
            </a:r>
            <a:r>
              <a:rPr lang="de-DE" sz="2000" dirty="0"/>
              <a:t>, </a:t>
            </a:r>
            <a:r>
              <a:rPr lang="de-DE" sz="2000" dirty="0" err="1"/>
              <a:t>waiting</a:t>
            </a:r>
            <a:r>
              <a:rPr lang="de-DE" sz="2000" dirty="0"/>
              <a:t>, etc. )</a:t>
            </a:r>
          </a:p>
          <a:p>
            <a:pPr algn="just"/>
            <a:r>
              <a:rPr lang="de-DE" sz="2000" dirty="0"/>
              <a:t>Different Actions </a:t>
            </a:r>
            <a:r>
              <a:rPr lang="de-DE" sz="2000" dirty="0" err="1"/>
              <a:t>if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normal </a:t>
            </a:r>
            <a:r>
              <a:rPr lang="de-DE" sz="2000" dirty="0" err="1"/>
              <a:t>path-following</a:t>
            </a:r>
            <a:r>
              <a:rPr lang="de-DE" sz="2000" dirty="0"/>
              <a:t> </a:t>
            </a:r>
            <a:r>
              <a:rPr lang="de-DE" sz="2000" dirty="0" err="1"/>
              <a:t>fails</a:t>
            </a:r>
            <a:r>
              <a:rPr lang="de-DE" sz="2000" dirty="0"/>
              <a:t> </a:t>
            </a:r>
            <a:r>
              <a:rPr lang="de-DE" sz="2000" dirty="0" err="1"/>
              <a:t>or</a:t>
            </a:r>
            <a:r>
              <a:rPr lang="de-DE" sz="2000" dirty="0"/>
              <a:t> </a:t>
            </a:r>
            <a:r>
              <a:rPr lang="de-DE" sz="2000" dirty="0" err="1"/>
              <a:t>isn‘t</a:t>
            </a:r>
            <a:r>
              <a:rPr lang="de-DE" sz="2000" dirty="0"/>
              <a:t> </a:t>
            </a:r>
            <a:r>
              <a:rPr lang="de-DE" sz="2000" dirty="0" err="1"/>
              <a:t>suitable</a:t>
            </a:r>
            <a:r>
              <a:rPr lang="de-DE" sz="2000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0E8E06-E791-A686-143B-6717D645B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48" y="4044976"/>
            <a:ext cx="962404" cy="962404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F32D9BA-9ECB-2F09-383A-2472660AF5E3}"/>
              </a:ext>
            </a:extLst>
          </p:cNvPr>
          <p:cNvSpPr/>
          <p:nvPr/>
        </p:nvSpPr>
        <p:spPr>
          <a:xfrm>
            <a:off x="5920826" y="1868558"/>
            <a:ext cx="2223223" cy="4449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Failure</a:t>
            </a:r>
            <a:r>
              <a:rPr lang="de-DE" dirty="0">
                <a:solidFill>
                  <a:schemeClr val="tx1"/>
                </a:solidFill>
              </a:rPr>
              <a:t> Case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D910B09-71D3-6E0A-000E-7E4EF5C55BDA}"/>
              </a:ext>
            </a:extLst>
          </p:cNvPr>
          <p:cNvSpPr/>
          <p:nvPr/>
        </p:nvSpPr>
        <p:spPr>
          <a:xfrm>
            <a:off x="8283312" y="1868557"/>
            <a:ext cx="2223223" cy="44491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Behavior</a:t>
            </a:r>
            <a:r>
              <a:rPr lang="de-DE" dirty="0">
                <a:solidFill>
                  <a:schemeClr val="tx1"/>
                </a:solidFill>
              </a:rPr>
              <a:t> Plugin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20AA63D-0993-B4F4-FB8B-7427410EE18D}"/>
              </a:ext>
            </a:extLst>
          </p:cNvPr>
          <p:cNvSpPr/>
          <p:nvPr/>
        </p:nvSpPr>
        <p:spPr>
          <a:xfrm>
            <a:off x="5934414" y="2458256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Stuck </a:t>
            </a:r>
            <a:r>
              <a:rPr lang="de-DE" sz="1600" dirty="0" err="1">
                <a:solidFill>
                  <a:schemeClr val="tx1"/>
                </a:solidFill>
              </a:rPr>
              <a:t>near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dirty="0" err="1">
                <a:solidFill>
                  <a:schemeClr val="tx1"/>
                </a:solidFill>
              </a:rPr>
              <a:t>obstacle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14D8D10-3C19-B37C-2798-95363CF4B540}"/>
              </a:ext>
            </a:extLst>
          </p:cNvPr>
          <p:cNvSpPr/>
          <p:nvPr/>
        </p:nvSpPr>
        <p:spPr>
          <a:xfrm>
            <a:off x="8283312" y="2458257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</a:rPr>
              <a:t>backup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F1C3700-D819-25AD-97F9-FAEB4763648C}"/>
              </a:ext>
            </a:extLst>
          </p:cNvPr>
          <p:cNvSpPr/>
          <p:nvPr/>
        </p:nvSpPr>
        <p:spPr>
          <a:xfrm>
            <a:off x="5920826" y="3162450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</a:rPr>
              <a:t>Can‘t</a:t>
            </a:r>
            <a:r>
              <a:rPr lang="de-DE" sz="1600" dirty="0">
                <a:solidFill>
                  <a:schemeClr val="tx1"/>
                </a:solidFill>
              </a:rPr>
              <a:t> turn </a:t>
            </a:r>
            <a:r>
              <a:rPr lang="de-DE" sz="1600" dirty="0" err="1">
                <a:solidFill>
                  <a:schemeClr val="tx1"/>
                </a:solidFill>
              </a:rPr>
              <a:t>to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dirty="0" err="1">
                <a:solidFill>
                  <a:schemeClr val="tx1"/>
                </a:solidFill>
              </a:rPr>
              <a:t>goal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2C283E1-BC47-B278-E9D4-D781D83B80C8}"/>
              </a:ext>
            </a:extLst>
          </p:cNvPr>
          <p:cNvSpPr/>
          <p:nvPr/>
        </p:nvSpPr>
        <p:spPr>
          <a:xfrm>
            <a:off x="8283313" y="3162450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</a:rPr>
              <a:t>spin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6C36B34-4579-01B8-50A0-8049DC13237A}"/>
              </a:ext>
            </a:extLst>
          </p:cNvPr>
          <p:cNvSpPr/>
          <p:nvPr/>
        </p:nvSpPr>
        <p:spPr>
          <a:xfrm>
            <a:off x="5920826" y="3866644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</a:rPr>
              <a:t>No</a:t>
            </a:r>
            <a:r>
              <a:rPr lang="de-DE" sz="1600" dirty="0">
                <a:solidFill>
                  <a:schemeClr val="tx1"/>
                </a:solidFill>
              </a:rPr>
              <a:t> valid Path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2791292-4BF8-E5FC-0B45-AFC6942C45E1}"/>
              </a:ext>
            </a:extLst>
          </p:cNvPr>
          <p:cNvSpPr/>
          <p:nvPr/>
        </p:nvSpPr>
        <p:spPr>
          <a:xfrm>
            <a:off x="8283314" y="3866643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Drive on </a:t>
            </a:r>
            <a:r>
              <a:rPr lang="de-DE" sz="1600" dirty="0" err="1">
                <a:solidFill>
                  <a:schemeClr val="tx1"/>
                </a:solidFill>
              </a:rPr>
              <a:t>heading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A4DD7EE-3154-3311-C921-432C839E99FF}"/>
              </a:ext>
            </a:extLst>
          </p:cNvPr>
          <p:cNvSpPr/>
          <p:nvPr/>
        </p:nvSpPr>
        <p:spPr>
          <a:xfrm>
            <a:off x="5920824" y="4570836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Needs </a:t>
            </a:r>
            <a:r>
              <a:rPr lang="de-DE" sz="1600" dirty="0" err="1">
                <a:solidFill>
                  <a:schemeClr val="tx1"/>
                </a:solidFill>
              </a:rPr>
              <a:t>retry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dirty="0" err="1">
                <a:solidFill>
                  <a:schemeClr val="tx1"/>
                </a:solidFill>
              </a:rPr>
              <a:t>delay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AAA961B-6DA1-9D02-F67C-CED294929686}"/>
              </a:ext>
            </a:extLst>
          </p:cNvPr>
          <p:cNvSpPr/>
          <p:nvPr/>
        </p:nvSpPr>
        <p:spPr>
          <a:xfrm>
            <a:off x="8283312" y="4570835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</a:rPr>
              <a:t>wait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7533A53-4BCA-EA44-4EA5-EF4179B18B11}"/>
              </a:ext>
            </a:extLst>
          </p:cNvPr>
          <p:cNvSpPr/>
          <p:nvPr/>
        </p:nvSpPr>
        <p:spPr>
          <a:xfrm>
            <a:off x="5920824" y="5329765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Needs </a:t>
            </a:r>
            <a:r>
              <a:rPr lang="de-DE" sz="1600" dirty="0" err="1">
                <a:solidFill>
                  <a:schemeClr val="tx1"/>
                </a:solidFill>
              </a:rPr>
              <a:t>retry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dirty="0" err="1">
                <a:solidFill>
                  <a:schemeClr val="tx1"/>
                </a:solidFill>
              </a:rPr>
              <a:t>delay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9945DB7-4404-2BA0-394D-D24B6488C520}"/>
              </a:ext>
            </a:extLst>
          </p:cNvPr>
          <p:cNvSpPr/>
          <p:nvPr/>
        </p:nvSpPr>
        <p:spPr>
          <a:xfrm>
            <a:off x="8283312" y="5329764"/>
            <a:ext cx="2223223" cy="614143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</a:rPr>
              <a:t>wait</a:t>
            </a:r>
            <a:endParaRPr lang="de-DE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8684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36EE-4CAA-6A26-565F-DBEFF2D7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33C4818-D01C-0FAB-7B37-C5F08460784F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Behavior</a:t>
            </a:r>
            <a:r>
              <a:rPr lang="de-DE" dirty="0">
                <a:solidFill>
                  <a:srgbClr val="36488A"/>
                </a:solidFill>
              </a:rPr>
              <a:t>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81C2E-D6E4-A48A-78FC-9B63CE07D126}"/>
              </a:ext>
            </a:extLst>
          </p:cNvPr>
          <p:cNvSpPr txBox="1"/>
          <p:nvPr/>
        </p:nvSpPr>
        <p:spPr>
          <a:xfrm>
            <a:off x="748748" y="2401102"/>
            <a:ext cx="87515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spin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nav2_behaviors/Spin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backup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nav2_behaviors/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BackUp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drive_on_heading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nav2_behaviors/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DriveOnHeading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wait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nav2_behaviors/Wait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assisted_teleop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nav2_behaviors/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AssistedTeleop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66CC6-F395-1F61-7A3F-E27861B37A19}"/>
              </a:ext>
            </a:extLst>
          </p:cNvPr>
          <p:cNvSpPr txBox="1"/>
          <p:nvPr/>
        </p:nvSpPr>
        <p:spPr>
          <a:xfrm>
            <a:off x="748748" y="2000992"/>
            <a:ext cx="4630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2000" b="1" dirty="0"/>
              <a:t>Load all </a:t>
            </a:r>
            <a:r>
              <a:rPr lang="de-DE" sz="2000" b="1" dirty="0" err="1"/>
              <a:t>plugins</a:t>
            </a:r>
            <a:r>
              <a:rPr lang="de-DE" sz="2000" b="1" dirty="0"/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EC9365-C4BE-021D-032D-B11FFAFC1C76}"/>
              </a:ext>
            </a:extLst>
          </p:cNvPr>
          <p:cNvSpPr txBox="1"/>
          <p:nvPr/>
        </p:nvSpPr>
        <p:spPr>
          <a:xfrm>
            <a:off x="748748" y="5380470"/>
            <a:ext cx="8149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 err="1">
                <a:solidFill>
                  <a:srgbClr val="4B69C6"/>
                </a:solidFill>
                <a:latin typeface="Menlo" panose="020B0609030804020204" pitchFamily="49" charset="0"/>
              </a:rPr>
              <a:t>costmap_topic</a:t>
            </a:r>
            <a:r>
              <a:rPr lang="en-US" sz="1600" dirty="0">
                <a:solidFill>
                  <a:srgbClr val="777777"/>
                </a:solidFill>
                <a:latin typeface="Menlo" panose="020B06090308040202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Menlo" panose="020B0609030804020204" pitchFamily="49" charset="0"/>
              </a:rPr>
              <a:t>local_costmap</a:t>
            </a:r>
            <a:r>
              <a:rPr lang="en-US" sz="1600" dirty="0">
                <a:solidFill>
                  <a:srgbClr val="448C27"/>
                </a:solidFill>
                <a:latin typeface="Menlo" panose="020B0609030804020204" pitchFamily="49" charset="0"/>
              </a:rPr>
              <a:t>/</a:t>
            </a:r>
            <a:r>
              <a:rPr lang="en-US" sz="1600" dirty="0" err="1">
                <a:solidFill>
                  <a:srgbClr val="448C27"/>
                </a:solidFill>
                <a:latin typeface="Menlo" panose="020B0609030804020204" pitchFamily="49" charset="0"/>
              </a:rPr>
              <a:t>costmap_raw</a:t>
            </a:r>
            <a:endParaRPr lang="en-US" sz="16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4B69C6"/>
                </a:solidFill>
                <a:latin typeface="Menlo" panose="020B0609030804020204" pitchFamily="49" charset="0"/>
              </a:rPr>
              <a:t>footprint_topic</a:t>
            </a:r>
            <a:r>
              <a:rPr lang="en-US" sz="1600" dirty="0">
                <a:solidFill>
                  <a:srgbClr val="777777"/>
                </a:solidFill>
                <a:latin typeface="Menlo" panose="020B06090308040202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Menlo" panose="020B0609030804020204" pitchFamily="49" charset="0"/>
              </a:rPr>
              <a:t>local_costmap</a:t>
            </a:r>
            <a:r>
              <a:rPr lang="en-US" sz="1600" dirty="0">
                <a:solidFill>
                  <a:srgbClr val="448C27"/>
                </a:solidFill>
                <a:latin typeface="Menlo" panose="020B0609030804020204" pitchFamily="49" charset="0"/>
              </a:rPr>
              <a:t>/</a:t>
            </a:r>
            <a:r>
              <a:rPr lang="en-US" sz="1600" dirty="0" err="1">
                <a:solidFill>
                  <a:srgbClr val="448C27"/>
                </a:solidFill>
                <a:latin typeface="Menlo" panose="020B0609030804020204" pitchFamily="49" charset="0"/>
              </a:rPr>
              <a:t>published_footprint</a:t>
            </a:r>
            <a:endParaRPr lang="en-US" sz="16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global_frame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odom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robot_base_frame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base_link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D7F517-654F-C26D-AACE-0F22B32BE596}"/>
              </a:ext>
            </a:extLst>
          </p:cNvPr>
          <p:cNvSpPr txBox="1"/>
          <p:nvPr/>
        </p:nvSpPr>
        <p:spPr>
          <a:xfrm>
            <a:off x="748748" y="4980360"/>
            <a:ext cx="4630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2000" b="1" dirty="0" err="1"/>
              <a:t>Required</a:t>
            </a:r>
            <a:r>
              <a:rPr lang="de-DE" sz="2000" b="1" dirty="0"/>
              <a:t> Inputs:</a:t>
            </a:r>
          </a:p>
        </p:txBody>
      </p:sp>
    </p:spTree>
    <p:extLst>
      <p:ext uri="{BB962C8B-B14F-4D97-AF65-F5344CB8AC3E}">
        <p14:creationId xmlns:p14="http://schemas.microsoft.com/office/powerpoint/2010/main" val="1216388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B74E-42B8-AD90-26DE-EE97E3F1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443C24D-BC34-6D51-E857-1425D14DD336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Behavior</a:t>
            </a:r>
            <a:r>
              <a:rPr lang="de-DE" dirty="0">
                <a:solidFill>
                  <a:srgbClr val="36488A"/>
                </a:solidFill>
              </a:rPr>
              <a:t>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7A3A4-CDB0-6C46-D7F4-F99D35BC1B2D}"/>
              </a:ext>
            </a:extLst>
          </p:cNvPr>
          <p:cNvSpPr txBox="1"/>
          <p:nvPr/>
        </p:nvSpPr>
        <p:spPr>
          <a:xfrm>
            <a:off x="748748" y="2000992"/>
            <a:ext cx="6708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2000" b="1" dirty="0"/>
              <a:t>Update and Monitor </a:t>
            </a:r>
            <a:r>
              <a:rPr lang="de-DE" sz="2000" b="1" dirty="0" err="1"/>
              <a:t>Frequency</a:t>
            </a:r>
            <a:r>
              <a:rPr lang="de-DE" sz="2000" b="1" dirty="0"/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866366-A10E-BCFD-0F00-F68C2249F675}"/>
              </a:ext>
            </a:extLst>
          </p:cNvPr>
          <p:cNvSpPr txBox="1"/>
          <p:nvPr/>
        </p:nvSpPr>
        <p:spPr>
          <a:xfrm>
            <a:off x="748748" y="2970489"/>
            <a:ext cx="4630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2000" b="1" dirty="0" err="1"/>
              <a:t>Allowed</a:t>
            </a:r>
            <a:r>
              <a:rPr lang="de-DE" sz="2000" b="1" dirty="0"/>
              <a:t> Transform Delay: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E3187-15FD-24C9-C288-7B22353ACF3D}"/>
              </a:ext>
            </a:extLst>
          </p:cNvPr>
          <p:cNvSpPr txBox="1"/>
          <p:nvPr/>
        </p:nvSpPr>
        <p:spPr>
          <a:xfrm>
            <a:off x="748748" y="240110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cycle_frequency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10.0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F5C82-F0E1-D320-3FB9-C3CB0E31051F}"/>
              </a:ext>
            </a:extLst>
          </p:cNvPr>
          <p:cNvSpPr txBox="1"/>
          <p:nvPr/>
        </p:nvSpPr>
        <p:spPr>
          <a:xfrm>
            <a:off x="748748" y="3370599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transform_tolerance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0.1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30827-3FC5-3966-4D61-B11852CBF736}"/>
              </a:ext>
            </a:extLst>
          </p:cNvPr>
          <p:cNvSpPr txBox="1"/>
          <p:nvPr/>
        </p:nvSpPr>
        <p:spPr>
          <a:xfrm>
            <a:off x="748748" y="3939986"/>
            <a:ext cx="4630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2000" b="1" dirty="0" err="1"/>
              <a:t>Simulated</a:t>
            </a:r>
            <a:r>
              <a:rPr lang="de-DE" sz="2000" b="1" dirty="0"/>
              <a:t> Time Horizon: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050EE4-4B07-72FC-CEB1-24C13110C393}"/>
              </a:ext>
            </a:extLst>
          </p:cNvPr>
          <p:cNvSpPr txBox="1"/>
          <p:nvPr/>
        </p:nvSpPr>
        <p:spPr>
          <a:xfrm>
            <a:off x="748748" y="4340096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simulate_ahead_time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2.0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82E3A0-B097-414C-2E37-7AB11F287135}"/>
              </a:ext>
            </a:extLst>
          </p:cNvPr>
          <p:cNvSpPr txBox="1"/>
          <p:nvPr/>
        </p:nvSpPr>
        <p:spPr>
          <a:xfrm>
            <a:off x="748748" y="4909483"/>
            <a:ext cx="46307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2000" b="1" dirty="0"/>
              <a:t>Spin Motion Limits: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F9C2F-3450-4C57-BBC9-643ED58C3A1B}"/>
              </a:ext>
            </a:extLst>
          </p:cNvPr>
          <p:cNvSpPr txBox="1"/>
          <p:nvPr/>
        </p:nvSpPr>
        <p:spPr>
          <a:xfrm>
            <a:off x="714502" y="5309593"/>
            <a:ext cx="6097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max_rotational_vel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1.0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min_rotational_vel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0.4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rotational_acc_lim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3.2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426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768D-387A-59E2-9E81-EA1657E54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2F89115-A03E-4855-E456-A25D6977280B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Waypoint</a:t>
            </a:r>
            <a:r>
              <a:rPr lang="de-DE" dirty="0">
                <a:solidFill>
                  <a:srgbClr val="36488A"/>
                </a:solidFill>
              </a:rPr>
              <a:t> Follower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231F-E248-C5D7-2925-B8F3F29097E5}"/>
              </a:ext>
            </a:extLst>
          </p:cNvPr>
          <p:cNvSpPr txBox="1"/>
          <p:nvPr/>
        </p:nvSpPr>
        <p:spPr>
          <a:xfrm>
            <a:off x="748748" y="1986780"/>
            <a:ext cx="89533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 err="1"/>
              <a:t>Navigates</a:t>
            </a:r>
            <a:r>
              <a:rPr lang="de-DE" sz="2000" dirty="0"/>
              <a:t> </a:t>
            </a:r>
            <a:r>
              <a:rPr lang="de-DE" sz="2000" dirty="0" err="1"/>
              <a:t>through</a:t>
            </a:r>
            <a:r>
              <a:rPr lang="de-DE" sz="2000" dirty="0"/>
              <a:t> a </a:t>
            </a:r>
            <a:r>
              <a:rPr lang="de-DE" sz="2000" dirty="0" err="1"/>
              <a:t>list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predefined</a:t>
            </a:r>
            <a:r>
              <a:rPr lang="de-DE" sz="2000" dirty="0"/>
              <a:t> </a:t>
            </a:r>
            <a:r>
              <a:rPr lang="de-DE" sz="2000" dirty="0" err="1"/>
              <a:t>waypoints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Sends </a:t>
            </a:r>
            <a:r>
              <a:rPr lang="de-DE" sz="2000" dirty="0" err="1"/>
              <a:t>sequential</a:t>
            </a:r>
            <a:r>
              <a:rPr lang="de-DE" sz="2000" dirty="0"/>
              <a:t> </a:t>
            </a:r>
            <a:r>
              <a:rPr lang="de-DE" sz="2000" dirty="0" err="1"/>
              <a:t>navigations</a:t>
            </a:r>
            <a:r>
              <a:rPr lang="de-DE" sz="2000" dirty="0"/>
              <a:t> </a:t>
            </a:r>
            <a:r>
              <a:rPr lang="de-DE" sz="2000" dirty="0" err="1"/>
              <a:t>goals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bt_navigator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Can Include </a:t>
            </a:r>
            <a:r>
              <a:rPr lang="de-DE" sz="2000" dirty="0" err="1"/>
              <a:t>Behavior</a:t>
            </a:r>
            <a:r>
              <a:rPr lang="de-DE" sz="2000" dirty="0"/>
              <a:t> Plugins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Wait </a:t>
            </a:r>
            <a:r>
              <a:rPr lang="de-DE" sz="2000" dirty="0" err="1"/>
              <a:t>or</a:t>
            </a:r>
            <a:r>
              <a:rPr lang="de-DE" sz="2000" dirty="0"/>
              <a:t> Pause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Take a Picture 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Play a Sound 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Custom ROS </a:t>
            </a:r>
            <a:r>
              <a:rPr lang="de-DE" sz="2000" dirty="0" err="1"/>
              <a:t>action</a:t>
            </a:r>
            <a:r>
              <a:rPr lang="de-DE" sz="2000" dirty="0"/>
              <a:t> … </a:t>
            </a:r>
          </a:p>
          <a:p>
            <a:pPr marL="800100" lvl="1" indent="-342900">
              <a:buFontTx/>
              <a:buChar char="-"/>
            </a:pPr>
            <a:endParaRPr lang="de-DE" sz="2000" dirty="0"/>
          </a:p>
          <a:p>
            <a:r>
              <a:rPr lang="de-DE" sz="2000" dirty="0" err="1"/>
              <a:t>Failure</a:t>
            </a:r>
            <a:r>
              <a:rPr lang="de-DE" sz="2000" dirty="0"/>
              <a:t> Handling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Can </a:t>
            </a:r>
            <a:r>
              <a:rPr lang="de-DE" sz="2000" dirty="0" err="1"/>
              <a:t>stop</a:t>
            </a:r>
            <a:r>
              <a:rPr lang="de-DE" sz="2000" dirty="0"/>
              <a:t> on </a:t>
            </a:r>
            <a:r>
              <a:rPr lang="de-DE" sz="2000" dirty="0" err="1"/>
              <a:t>failed</a:t>
            </a:r>
            <a:r>
              <a:rPr lang="de-DE" sz="2000" dirty="0"/>
              <a:t> </a:t>
            </a:r>
            <a:r>
              <a:rPr lang="de-DE" sz="2000" dirty="0" err="1"/>
              <a:t>waypoints</a:t>
            </a:r>
            <a:r>
              <a:rPr lang="de-DE" sz="2000" dirty="0"/>
              <a:t> </a:t>
            </a:r>
            <a:r>
              <a:rPr lang="de-DE" sz="2000" dirty="0" err="1"/>
              <a:t>or</a:t>
            </a:r>
            <a:r>
              <a:rPr lang="de-DE" sz="2000" dirty="0"/>
              <a:t> </a:t>
            </a:r>
            <a:r>
              <a:rPr lang="de-DE" sz="2000" dirty="0" err="1"/>
              <a:t>skip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next</a:t>
            </a:r>
            <a:endParaRPr lang="de-DE" sz="2000" dirty="0"/>
          </a:p>
          <a:p>
            <a:r>
              <a:rPr lang="de-DE" sz="2000" dirty="0"/>
              <a:t> </a:t>
            </a:r>
          </a:p>
          <a:p>
            <a:endParaRPr lang="de-DE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38472-20D5-C870-819E-73A0021F0810}"/>
              </a:ext>
            </a:extLst>
          </p:cNvPr>
          <p:cNvSpPr txBox="1"/>
          <p:nvPr/>
        </p:nvSpPr>
        <p:spPr>
          <a:xfrm>
            <a:off x="1130238" y="5986433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stop_on_failure</a:t>
            </a:r>
            <a:r>
              <a:rPr lang="en-US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false</a:t>
            </a:r>
            <a:endParaRPr lang="en-US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65AE7-1859-DDA2-B05B-1FE13C574564}"/>
              </a:ext>
            </a:extLst>
          </p:cNvPr>
          <p:cNvSpPr txBox="1"/>
          <p:nvPr/>
        </p:nvSpPr>
        <p:spPr>
          <a:xfrm>
            <a:off x="4630490" y="3648772"/>
            <a:ext cx="66412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wait_at_waypoint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plugin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nav2_waypoint_follower::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Menlo" panose="020B0609030804020204" pitchFamily="49" charset="0"/>
              </a:rPr>
              <a:t>WaitAtWaypoint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"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enabled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True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dirty="0" err="1">
                <a:solidFill>
                  <a:srgbClr val="4B69C6"/>
                </a:solidFill>
                <a:effectLst/>
                <a:latin typeface="Menlo" panose="020B0609030804020204" pitchFamily="49" charset="0"/>
              </a:rPr>
              <a:t>waypoint_pause_duration</a:t>
            </a:r>
            <a:r>
              <a:rPr lang="en-US" sz="1600" b="0" dirty="0">
                <a:solidFill>
                  <a:srgbClr val="777777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Menlo" panose="020B0609030804020204" pitchFamily="49" charset="0"/>
              </a:rPr>
              <a:t>200</a:t>
            </a:r>
            <a:endParaRPr lang="en-US" sz="16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1AC573F-7667-E2F4-DE34-E47AAC8E24AD}"/>
              </a:ext>
            </a:extLst>
          </p:cNvPr>
          <p:cNvSpPr/>
          <p:nvPr/>
        </p:nvSpPr>
        <p:spPr>
          <a:xfrm>
            <a:off x="4523612" y="3534239"/>
            <a:ext cx="7148945" cy="1306285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6A721E-AB05-B5D3-C800-F3393B47E870}"/>
              </a:ext>
            </a:extLst>
          </p:cNvPr>
          <p:cNvSpPr/>
          <p:nvPr/>
        </p:nvSpPr>
        <p:spPr>
          <a:xfrm>
            <a:off x="1084273" y="5896945"/>
            <a:ext cx="3439339" cy="548307"/>
          </a:xfrm>
          <a:prstGeom prst="roundRect">
            <a:avLst/>
          </a:prstGeom>
          <a:noFill/>
          <a:ln>
            <a:solidFill>
              <a:srgbClr val="3748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F9D50-090B-79C2-CC62-881AB672555E}"/>
              </a:ext>
            </a:extLst>
          </p:cNvPr>
          <p:cNvSpPr txBox="1"/>
          <p:nvPr/>
        </p:nvSpPr>
        <p:spPr>
          <a:xfrm>
            <a:off x="4376654" y="4905647"/>
            <a:ext cx="7148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600" dirty="0"/>
              <a:t>Enabled in </a:t>
            </a:r>
            <a:r>
              <a:rPr lang="de-DE" sz="1600" dirty="0" err="1"/>
              <a:t>Behavior</a:t>
            </a:r>
            <a:r>
              <a:rPr lang="de-DE" sz="1600" dirty="0"/>
              <a:t> Server</a:t>
            </a:r>
          </a:p>
        </p:txBody>
      </p:sp>
    </p:spTree>
    <p:extLst>
      <p:ext uri="{BB962C8B-B14F-4D97-AF65-F5344CB8AC3E}">
        <p14:creationId xmlns:p14="http://schemas.microsoft.com/office/powerpoint/2010/main" val="31125492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78B8-97CC-5E1B-835B-4971900B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62AC36D-F9E2-F2C6-4E4E-6A02B4163ED2}"/>
              </a:ext>
            </a:extLst>
          </p:cNvPr>
          <p:cNvSpPr txBox="1">
            <a:spLocks/>
          </p:cNvSpPr>
          <p:nvPr/>
        </p:nvSpPr>
        <p:spPr>
          <a:xfrm>
            <a:off x="748748" y="863946"/>
            <a:ext cx="7763485" cy="100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36488A"/>
                </a:solidFill>
              </a:rPr>
              <a:t>Map</a:t>
            </a:r>
            <a:r>
              <a:rPr lang="de-DE" dirty="0">
                <a:solidFill>
                  <a:srgbClr val="36488A"/>
                </a:solidFill>
              </a:rPr>
              <a:t> Modules in Nav2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01D99-F77D-1AD2-049A-D780E02DA578}"/>
              </a:ext>
            </a:extLst>
          </p:cNvPr>
          <p:cNvSpPr txBox="1"/>
          <p:nvPr/>
        </p:nvSpPr>
        <p:spPr>
          <a:xfrm>
            <a:off x="748748" y="2000992"/>
            <a:ext cx="6708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2000" b="1" dirty="0" err="1"/>
              <a:t>Map</a:t>
            </a:r>
            <a:r>
              <a:rPr lang="de-DE" sz="2000" b="1" dirty="0"/>
              <a:t> Server: </a:t>
            </a:r>
          </a:p>
          <a:p>
            <a:pPr marL="342900" indent="-342900" algn="just">
              <a:buFontTx/>
              <a:buChar char="-"/>
            </a:pPr>
            <a:r>
              <a:rPr lang="de-DE" sz="2000" dirty="0" err="1"/>
              <a:t>Map</a:t>
            </a:r>
            <a:r>
              <a:rPr lang="de-DE" sz="2000" dirty="0"/>
              <a:t> </a:t>
            </a:r>
            <a:r>
              <a:rPr lang="de-DE" sz="2000" dirty="0" err="1"/>
              <a:t>file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</a:t>
            </a:r>
            <a:r>
              <a:rPr lang="de-DE" sz="2000" dirty="0" err="1"/>
              <a:t>passed</a:t>
            </a:r>
            <a:r>
              <a:rPr lang="de-DE" sz="2000" dirty="0"/>
              <a:t> </a:t>
            </a:r>
            <a:r>
              <a:rPr lang="de-DE" sz="2000" dirty="0" err="1"/>
              <a:t>through</a:t>
            </a:r>
            <a:r>
              <a:rPr lang="de-DE" sz="2000" dirty="0"/>
              <a:t> navigation2.launch.py</a:t>
            </a:r>
          </a:p>
          <a:p>
            <a:pPr marL="800100" lvl="1" indent="-342900" algn="just">
              <a:buFontTx/>
              <a:buChar char="-"/>
            </a:pPr>
            <a:r>
              <a:rPr lang="de-DE" sz="2000" dirty="0" err="1"/>
              <a:t>Params</a:t>
            </a:r>
            <a:r>
              <a:rPr lang="de-DE" sz="2000" dirty="0"/>
              <a:t> </a:t>
            </a:r>
            <a:r>
              <a:rPr lang="de-DE" sz="2000" dirty="0" err="1"/>
              <a:t>for</a:t>
            </a:r>
            <a:r>
              <a:rPr lang="de-DE" sz="2000" dirty="0"/>
              <a:t> </a:t>
            </a:r>
            <a:r>
              <a:rPr lang="de-DE" sz="2000" dirty="0" err="1"/>
              <a:t>Map</a:t>
            </a:r>
            <a:r>
              <a:rPr lang="de-DE" sz="2000" dirty="0"/>
              <a:t> Server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empty</a:t>
            </a:r>
            <a:endParaRPr lang="de-DE" sz="2000" dirty="0"/>
          </a:p>
        </p:txBody>
      </p:sp>
      <p:pic>
        <p:nvPicPr>
          <p:cNvPr id="7" name="Picture 6" descr="A white hexagon with black dots&#10;&#10;AI-generated content may be incorrect.">
            <a:extLst>
              <a:ext uri="{FF2B5EF4-FFF2-40B4-BE49-F238E27FC236}">
                <a16:creationId xmlns:a16="http://schemas.microsoft.com/office/drawing/2014/main" id="{0D0646D1-74D3-0DC9-4451-FB6CAE48D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49" y="3301316"/>
            <a:ext cx="2539999" cy="2539999"/>
          </a:xfrm>
          <a:prstGeom prst="rect">
            <a:avLst/>
          </a:prstGeom>
        </p:spPr>
      </p:pic>
      <p:pic>
        <p:nvPicPr>
          <p:cNvPr id="14" name="Picture 1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DBFBCDBE-53BA-F9EA-52F7-F8D2255F4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880" y="3301317"/>
            <a:ext cx="2540000" cy="25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C1C1BB-4C9A-A4E7-032C-1BB61444EDF3}"/>
              </a:ext>
            </a:extLst>
          </p:cNvPr>
          <p:cNvSpPr txBox="1"/>
          <p:nvPr/>
        </p:nvSpPr>
        <p:spPr>
          <a:xfrm>
            <a:off x="748748" y="5925921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dirty="0" err="1"/>
              <a:t>Map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obstacles</a:t>
            </a:r>
            <a:endParaRPr lang="de-DE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18CADB-99F4-BA86-16E1-CB394191699E}"/>
              </a:ext>
            </a:extLst>
          </p:cNvPr>
          <p:cNvSpPr txBox="1"/>
          <p:nvPr/>
        </p:nvSpPr>
        <p:spPr>
          <a:xfrm>
            <a:off x="4678280" y="5925921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dirty="0" err="1"/>
              <a:t>Map</a:t>
            </a:r>
            <a:r>
              <a:rPr lang="de-DE" sz="2000" dirty="0"/>
              <a:t> </a:t>
            </a:r>
            <a:r>
              <a:rPr lang="de-DE" sz="2000" dirty="0" err="1"/>
              <a:t>without</a:t>
            </a:r>
            <a:r>
              <a:rPr lang="de-DE" sz="2000" dirty="0"/>
              <a:t> </a:t>
            </a:r>
            <a:r>
              <a:rPr lang="de-DE" sz="2000" dirty="0" err="1"/>
              <a:t>obstacles</a:t>
            </a:r>
            <a:endParaRPr lang="de-DE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81D2CC-41C0-E497-6130-2E6E610C551E}"/>
              </a:ext>
            </a:extLst>
          </p:cNvPr>
          <p:cNvSpPr txBox="1"/>
          <p:nvPr/>
        </p:nvSpPr>
        <p:spPr>
          <a:xfrm>
            <a:off x="7726280" y="3973780"/>
            <a:ext cx="39457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0 = </a:t>
            </a:r>
            <a:r>
              <a:rPr lang="de-DE" sz="2000" dirty="0" err="1"/>
              <a:t>black</a:t>
            </a:r>
            <a:r>
              <a:rPr lang="de-DE" sz="2000" dirty="0"/>
              <a:t> (</a:t>
            </a:r>
            <a:r>
              <a:rPr lang="de-DE" sz="2000" dirty="0" err="1"/>
              <a:t>occupied</a:t>
            </a:r>
            <a:r>
              <a:rPr lang="de-DE" sz="2000" dirty="0"/>
              <a:t>)</a:t>
            </a:r>
          </a:p>
          <a:p>
            <a:r>
              <a:rPr lang="de-DE" sz="2000" dirty="0"/>
              <a:t>255 = </a:t>
            </a:r>
            <a:r>
              <a:rPr lang="de-DE" sz="2000" dirty="0" err="1"/>
              <a:t>white</a:t>
            </a:r>
            <a:r>
              <a:rPr lang="de-DE" sz="2000" dirty="0"/>
              <a:t> (</a:t>
            </a:r>
            <a:r>
              <a:rPr lang="de-DE" sz="2000" dirty="0" err="1"/>
              <a:t>free</a:t>
            </a:r>
            <a:r>
              <a:rPr lang="de-DE" sz="2000" dirty="0"/>
              <a:t>)</a:t>
            </a:r>
          </a:p>
          <a:p>
            <a:r>
              <a:rPr lang="de-DE" sz="2000" dirty="0"/>
              <a:t>1 – 254 = </a:t>
            </a:r>
            <a:r>
              <a:rPr lang="de-DE" sz="2000" dirty="0" err="1"/>
              <a:t>shades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grey</a:t>
            </a:r>
            <a:r>
              <a:rPr lang="de-DE" sz="2000" dirty="0"/>
              <a:t> (</a:t>
            </a:r>
            <a:r>
              <a:rPr lang="de-DE" sz="2000" dirty="0" err="1"/>
              <a:t>unkown</a:t>
            </a:r>
            <a:r>
              <a:rPr lang="de-DE" sz="20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46517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19876</TotalTime>
  <Words>1948</Words>
  <Application>Microsoft Macintosh PowerPoint</Application>
  <PresentationFormat>Widescreen</PresentationFormat>
  <Paragraphs>590</Paragraphs>
  <Slides>41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-webkit-standard</vt:lpstr>
      <vt:lpstr>Aptos</vt:lpstr>
      <vt:lpstr>Aptos Display</vt:lpstr>
      <vt:lpstr>Arial</vt:lpstr>
      <vt:lpstr>Cambria Math</vt:lpstr>
      <vt:lpstr>Menlo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Krishnan Kartik</dc:creator>
  <cp:lastModifiedBy>Krishnan Kartik</cp:lastModifiedBy>
  <cp:revision>17</cp:revision>
  <dcterms:created xsi:type="dcterms:W3CDTF">2025-05-02T14:31:03Z</dcterms:created>
  <dcterms:modified xsi:type="dcterms:W3CDTF">2025-06-13T08:36:06Z</dcterms:modified>
</cp:coreProperties>
</file>